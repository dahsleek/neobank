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3" r:id="rId2"/>
  </p:sldMasterIdLst>
  <p:notesMasterIdLst>
    <p:notesMasterId r:id="rId46"/>
  </p:notesMasterIdLst>
  <p:sldIdLst>
    <p:sldId id="394" r:id="rId3"/>
    <p:sldId id="279" r:id="rId4"/>
    <p:sldId id="280" r:id="rId5"/>
    <p:sldId id="281" r:id="rId6"/>
    <p:sldId id="287" r:id="rId7"/>
    <p:sldId id="292" r:id="rId8"/>
    <p:sldId id="299" r:id="rId9"/>
    <p:sldId id="262" r:id="rId10"/>
    <p:sldId id="261" r:id="rId11"/>
    <p:sldId id="263" r:id="rId12"/>
    <p:sldId id="257" r:id="rId13"/>
    <p:sldId id="258" r:id="rId14"/>
    <p:sldId id="264" r:id="rId15"/>
    <p:sldId id="266" r:id="rId16"/>
    <p:sldId id="267" r:id="rId17"/>
    <p:sldId id="265" r:id="rId18"/>
    <p:sldId id="269" r:id="rId19"/>
    <p:sldId id="268" r:id="rId20"/>
    <p:sldId id="270" r:id="rId21"/>
    <p:sldId id="271" r:id="rId22"/>
    <p:sldId id="300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305" r:id="rId31"/>
    <p:sldId id="306" r:id="rId32"/>
    <p:sldId id="260" r:id="rId33"/>
    <p:sldId id="307" r:id="rId34"/>
    <p:sldId id="308" r:id="rId35"/>
    <p:sldId id="309" r:id="rId36"/>
    <p:sldId id="310" r:id="rId37"/>
    <p:sldId id="311" r:id="rId38"/>
    <p:sldId id="316" r:id="rId39"/>
    <p:sldId id="317" r:id="rId40"/>
    <p:sldId id="312" r:id="rId41"/>
    <p:sldId id="318" r:id="rId42"/>
    <p:sldId id="313" r:id="rId43"/>
    <p:sldId id="314" r:id="rId44"/>
    <p:sldId id="315" r:id="rId4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ari, Muhammad Ayub" userId="69e66874-741e-4a2e-835c-321a75284990" providerId="ADAL" clId="{28C81F73-DDA2-4F10-BB25-C6CDC40A3C42}"/>
    <pc:docChg chg="modSld">
      <pc:chgData name="Ansari, Muhammad Ayub" userId="69e66874-741e-4a2e-835c-321a75284990" providerId="ADAL" clId="{28C81F73-DDA2-4F10-BB25-C6CDC40A3C42}" dt="2025-03-10T12:02:12.981" v="38" actId="20577"/>
      <pc:docMkLst>
        <pc:docMk/>
      </pc:docMkLst>
      <pc:sldChg chg="modSp">
        <pc:chgData name="Ansari, Muhammad Ayub" userId="69e66874-741e-4a2e-835c-321a75284990" providerId="ADAL" clId="{28C81F73-DDA2-4F10-BB25-C6CDC40A3C42}" dt="2025-03-10T12:02:12.981" v="38" actId="20577"/>
        <pc:sldMkLst>
          <pc:docMk/>
          <pc:sldMk cId="0" sldId="258"/>
        </pc:sldMkLst>
        <pc:spChg chg="mod">
          <ac:chgData name="Ansari, Muhammad Ayub" userId="69e66874-741e-4a2e-835c-321a75284990" providerId="ADAL" clId="{28C81F73-DDA2-4F10-BB25-C6CDC40A3C42}" dt="2025-03-10T12:02:12.981" v="38" actId="20577"/>
          <ac:spMkLst>
            <pc:docMk/>
            <pc:sldMk cId="0" sldId="258"/>
            <ac:spMk id="3" creationId="{FE627269-E407-49B6-9BCF-2EF33C731109}"/>
          </ac:spMkLst>
        </pc:spChg>
      </pc:sldChg>
      <pc:sldChg chg="modSp">
        <pc:chgData name="Ansari, Muhammad Ayub" userId="69e66874-741e-4a2e-835c-321a75284990" providerId="ADAL" clId="{28C81F73-DDA2-4F10-BB25-C6CDC40A3C42}" dt="2025-02-28T15:13:22.307" v="5" actId="404"/>
        <pc:sldMkLst>
          <pc:docMk/>
          <pc:sldMk cId="0" sldId="266"/>
        </pc:sldMkLst>
        <pc:spChg chg="mod">
          <ac:chgData name="Ansari, Muhammad Ayub" userId="69e66874-741e-4a2e-835c-321a75284990" providerId="ADAL" clId="{28C81F73-DDA2-4F10-BB25-C6CDC40A3C42}" dt="2025-02-28T15:13:22.307" v="5" actId="404"/>
          <ac:spMkLst>
            <pc:docMk/>
            <pc:sldMk cId="0" sldId="266"/>
            <ac:spMk id="28674" creationId="{00000000-0000-0000-0000-000000000000}"/>
          </ac:spMkLst>
        </pc:spChg>
      </pc:sldChg>
    </pc:docChg>
  </pc:docChgLst>
  <pc:docChgLst>
    <pc:chgData name="Ansari, Muhammad Ayub" userId="S::man7@gcu.ac.uk::69e66874-741e-4a2e-835c-321a75284990" providerId="AD" clId="Web-{621C0F32-08C5-79B5-FEFC-27F58B75ED67}"/>
    <pc:docChg chg="addSld delSld modSld">
      <pc:chgData name="Ansari, Muhammad Ayub" userId="S::man7@gcu.ac.uk::69e66874-741e-4a2e-835c-321a75284990" providerId="AD" clId="Web-{621C0F32-08C5-79B5-FEFC-27F58B75ED67}" dt="2025-02-10T11:46:21.460" v="9" actId="20577"/>
      <pc:docMkLst>
        <pc:docMk/>
      </pc:docMkLst>
      <pc:sldChg chg="modSp add">
        <pc:chgData name="Ansari, Muhammad Ayub" userId="S::man7@gcu.ac.uk::69e66874-741e-4a2e-835c-321a75284990" providerId="AD" clId="Web-{621C0F32-08C5-79B5-FEFC-27F58B75ED67}" dt="2025-02-10T11:46:21.460" v="9" actId="20577"/>
        <pc:sldMkLst>
          <pc:docMk/>
          <pc:sldMk cId="0" sldId="394"/>
        </pc:sldMkLst>
        <pc:spChg chg="mod">
          <ac:chgData name="Ansari, Muhammad Ayub" userId="S::man7@gcu.ac.uk::69e66874-741e-4a2e-835c-321a75284990" providerId="AD" clId="Web-{621C0F32-08C5-79B5-FEFC-27F58B75ED67}" dt="2025-02-10T11:46:21.460" v="9" actId="20577"/>
          <ac:spMkLst>
            <pc:docMk/>
            <pc:sldMk cId="0" sldId="394"/>
            <ac:spMk id="2" creationId="{B0031506-76ED-EACC-4730-93896627E0BB}"/>
          </ac:spMkLst>
        </pc:spChg>
      </pc:sldChg>
    </pc:docChg>
  </pc:docChgLst>
  <pc:docChgLst>
    <pc:chgData name="Ansari, Muhammad Ayub" userId="69e66874-741e-4a2e-835c-321a75284990" providerId="ADAL" clId="{8D983D0F-56D6-4742-A80A-8EF28B1A0705}"/>
    <pc:docChg chg="custSel addSld delSld modSld">
      <pc:chgData name="Ansari, Muhammad Ayub" userId="69e66874-741e-4a2e-835c-321a75284990" providerId="ADAL" clId="{8D983D0F-56D6-4742-A80A-8EF28B1A0705}" dt="2025-02-10T10:52:32.847" v="36" actId="2696"/>
      <pc:docMkLst>
        <pc:docMk/>
      </pc:docMkLst>
      <pc:sldChg chg="add">
        <pc:chgData name="Ansari, Muhammad Ayub" userId="69e66874-741e-4a2e-835c-321a75284990" providerId="ADAL" clId="{8D983D0F-56D6-4742-A80A-8EF28B1A0705}" dt="2025-02-10T10:51:05.534" v="0"/>
        <pc:sldMkLst>
          <pc:docMk/>
          <pc:sldMk cId="0" sldId="260"/>
        </pc:sldMkLst>
      </pc:sldChg>
      <pc:sldChg chg="modSp">
        <pc:chgData name="Ansari, Muhammad Ayub" userId="69e66874-741e-4a2e-835c-321a75284990" providerId="ADAL" clId="{8D983D0F-56D6-4742-A80A-8EF28B1A0705}" dt="2025-02-10T10:51:05.584" v="2" actId="27636"/>
        <pc:sldMkLst>
          <pc:docMk/>
          <pc:sldMk cId="0" sldId="262"/>
        </pc:sldMkLst>
        <pc:spChg chg="mod">
          <ac:chgData name="Ansari, Muhammad Ayub" userId="69e66874-741e-4a2e-835c-321a75284990" providerId="ADAL" clId="{8D983D0F-56D6-4742-A80A-8EF28B1A0705}" dt="2025-02-10T10:51:05.584" v="2" actId="27636"/>
          <ac:spMkLst>
            <pc:docMk/>
            <pc:sldMk cId="0" sldId="262"/>
            <ac:spMk id="3075" creationId="{00000000-0000-0000-0000-000000000000}"/>
          </ac:spMkLst>
        </pc:spChg>
      </pc:sldChg>
      <pc:sldChg chg="add">
        <pc:chgData name="Ansari, Muhammad Ayub" userId="69e66874-741e-4a2e-835c-321a75284990" providerId="ADAL" clId="{8D983D0F-56D6-4742-A80A-8EF28B1A0705}" dt="2025-02-10T10:51:05.534" v="0"/>
        <pc:sldMkLst>
          <pc:docMk/>
          <pc:sldMk cId="3220767979" sldId="305"/>
        </pc:sldMkLst>
      </pc:sldChg>
      <pc:sldChg chg="add">
        <pc:chgData name="Ansari, Muhammad Ayub" userId="69e66874-741e-4a2e-835c-321a75284990" providerId="ADAL" clId="{8D983D0F-56D6-4742-A80A-8EF28B1A0705}" dt="2025-02-10T10:51:05.534" v="0"/>
        <pc:sldMkLst>
          <pc:docMk/>
          <pc:sldMk cId="0" sldId="306"/>
        </pc:sldMkLst>
      </pc:sldChg>
      <pc:sldChg chg="add">
        <pc:chgData name="Ansari, Muhammad Ayub" userId="69e66874-741e-4a2e-835c-321a75284990" providerId="ADAL" clId="{8D983D0F-56D6-4742-A80A-8EF28B1A0705}" dt="2025-02-10T10:51:05.534" v="0"/>
        <pc:sldMkLst>
          <pc:docMk/>
          <pc:sldMk cId="3178148623" sldId="307"/>
        </pc:sldMkLst>
      </pc:sldChg>
      <pc:sldChg chg="add">
        <pc:chgData name="Ansari, Muhammad Ayub" userId="69e66874-741e-4a2e-835c-321a75284990" providerId="ADAL" clId="{8D983D0F-56D6-4742-A80A-8EF28B1A0705}" dt="2025-02-10T10:51:05.534" v="0"/>
        <pc:sldMkLst>
          <pc:docMk/>
          <pc:sldMk cId="2004767274" sldId="308"/>
        </pc:sldMkLst>
      </pc:sldChg>
      <pc:sldChg chg="add">
        <pc:chgData name="Ansari, Muhammad Ayub" userId="69e66874-741e-4a2e-835c-321a75284990" providerId="ADAL" clId="{8D983D0F-56D6-4742-A80A-8EF28B1A0705}" dt="2025-02-10T10:51:05.534" v="0"/>
        <pc:sldMkLst>
          <pc:docMk/>
          <pc:sldMk cId="4211931507" sldId="309"/>
        </pc:sldMkLst>
      </pc:sldChg>
      <pc:sldChg chg="add">
        <pc:chgData name="Ansari, Muhammad Ayub" userId="69e66874-741e-4a2e-835c-321a75284990" providerId="ADAL" clId="{8D983D0F-56D6-4742-A80A-8EF28B1A0705}" dt="2025-02-10T10:51:05.534" v="0"/>
        <pc:sldMkLst>
          <pc:docMk/>
          <pc:sldMk cId="1795608725" sldId="310"/>
        </pc:sldMkLst>
      </pc:sldChg>
      <pc:sldChg chg="add">
        <pc:chgData name="Ansari, Muhammad Ayub" userId="69e66874-741e-4a2e-835c-321a75284990" providerId="ADAL" clId="{8D983D0F-56D6-4742-A80A-8EF28B1A0705}" dt="2025-02-10T10:51:05.534" v="0"/>
        <pc:sldMkLst>
          <pc:docMk/>
          <pc:sldMk cId="1453279466" sldId="311"/>
        </pc:sldMkLst>
      </pc:sldChg>
      <pc:sldChg chg="add">
        <pc:chgData name="Ansari, Muhammad Ayub" userId="69e66874-741e-4a2e-835c-321a75284990" providerId="ADAL" clId="{8D983D0F-56D6-4742-A80A-8EF28B1A0705}" dt="2025-02-10T10:51:05.534" v="0"/>
        <pc:sldMkLst>
          <pc:docMk/>
          <pc:sldMk cId="1093236913" sldId="312"/>
        </pc:sldMkLst>
      </pc:sldChg>
      <pc:sldChg chg="add">
        <pc:chgData name="Ansari, Muhammad Ayub" userId="69e66874-741e-4a2e-835c-321a75284990" providerId="ADAL" clId="{8D983D0F-56D6-4742-A80A-8EF28B1A0705}" dt="2025-02-10T10:51:05.534" v="0"/>
        <pc:sldMkLst>
          <pc:docMk/>
          <pc:sldMk cId="467338464" sldId="313"/>
        </pc:sldMkLst>
      </pc:sldChg>
      <pc:sldChg chg="add">
        <pc:chgData name="Ansari, Muhammad Ayub" userId="69e66874-741e-4a2e-835c-321a75284990" providerId="ADAL" clId="{8D983D0F-56D6-4742-A80A-8EF28B1A0705}" dt="2025-02-10T10:51:05.534" v="0"/>
        <pc:sldMkLst>
          <pc:docMk/>
          <pc:sldMk cId="1581876647" sldId="314"/>
        </pc:sldMkLst>
      </pc:sldChg>
      <pc:sldChg chg="add">
        <pc:chgData name="Ansari, Muhammad Ayub" userId="69e66874-741e-4a2e-835c-321a75284990" providerId="ADAL" clId="{8D983D0F-56D6-4742-A80A-8EF28B1A0705}" dt="2025-02-10T10:51:05.534" v="0"/>
        <pc:sldMkLst>
          <pc:docMk/>
          <pc:sldMk cId="4285635476" sldId="315"/>
        </pc:sldMkLst>
      </pc:sldChg>
      <pc:sldChg chg="add">
        <pc:chgData name="Ansari, Muhammad Ayub" userId="69e66874-741e-4a2e-835c-321a75284990" providerId="ADAL" clId="{8D983D0F-56D6-4742-A80A-8EF28B1A0705}" dt="2025-02-10T10:51:05.534" v="0"/>
        <pc:sldMkLst>
          <pc:docMk/>
          <pc:sldMk cId="883582731" sldId="316"/>
        </pc:sldMkLst>
      </pc:sldChg>
      <pc:sldChg chg="add">
        <pc:chgData name="Ansari, Muhammad Ayub" userId="69e66874-741e-4a2e-835c-321a75284990" providerId="ADAL" clId="{8D983D0F-56D6-4742-A80A-8EF28B1A0705}" dt="2025-02-10T10:51:05.534" v="0"/>
        <pc:sldMkLst>
          <pc:docMk/>
          <pc:sldMk cId="1921148983" sldId="317"/>
        </pc:sldMkLst>
      </pc:sldChg>
      <pc:sldChg chg="add">
        <pc:chgData name="Ansari, Muhammad Ayub" userId="69e66874-741e-4a2e-835c-321a75284990" providerId="ADAL" clId="{8D983D0F-56D6-4742-A80A-8EF28B1A0705}" dt="2025-02-10T10:51:05.534" v="0"/>
        <pc:sldMkLst>
          <pc:docMk/>
          <pc:sldMk cId="1660740820" sldId="318"/>
        </pc:sldMkLst>
      </pc:sldChg>
      <pc:sldMasterChg chg="delSldLayout">
        <pc:chgData name="Ansari, Muhammad Ayub" userId="69e66874-741e-4a2e-835c-321a75284990" providerId="ADAL" clId="{8D983D0F-56D6-4742-A80A-8EF28B1A0705}" dt="2025-02-10T10:52:32.847" v="36" actId="2696"/>
        <pc:sldMasterMkLst>
          <pc:docMk/>
          <pc:sldMasterMk cId="1082330232" sldId="2147483660"/>
        </pc:sldMasterMkLst>
      </pc:sldMasterChg>
    </pc:docChg>
  </pc:docChgLst>
  <pc:docChgLst>
    <pc:chgData name="Ansari, Muhammad Ayub" userId="69e66874-741e-4a2e-835c-321a75284990" providerId="ADAL" clId="{F8212BE8-13B9-43D1-83E6-CA0518BC2F48}"/>
    <pc:docChg chg="undo redo custSel modSld">
      <pc:chgData name="Ansari, Muhammad Ayub" userId="69e66874-741e-4a2e-835c-321a75284990" providerId="ADAL" clId="{F8212BE8-13B9-43D1-83E6-CA0518BC2F48}" dt="2025-02-28T13:32:31.083" v="184" actId="404"/>
      <pc:docMkLst>
        <pc:docMk/>
      </pc:docMkLst>
      <pc:sldChg chg="addSp delSp modSp">
        <pc:chgData name="Ansari, Muhammad Ayub" userId="69e66874-741e-4a2e-835c-321a75284990" providerId="ADAL" clId="{F8212BE8-13B9-43D1-83E6-CA0518BC2F48}" dt="2025-02-28T13:23:06.845" v="38"/>
        <pc:sldMkLst>
          <pc:docMk/>
          <pc:sldMk cId="0" sldId="257"/>
        </pc:sldMkLst>
        <pc:spChg chg="del">
          <ac:chgData name="Ansari, Muhammad Ayub" userId="69e66874-741e-4a2e-835c-321a75284990" providerId="ADAL" clId="{F8212BE8-13B9-43D1-83E6-CA0518BC2F48}" dt="2025-02-28T13:22:02.195" v="21"/>
          <ac:spMkLst>
            <pc:docMk/>
            <pc:sldMk cId="0" sldId="257"/>
            <ac:spMk id="3" creationId="{87F24299-9CEB-424A-4922-608E6FFCF5D1}"/>
          </ac:spMkLst>
        </pc:spChg>
        <pc:spChg chg="add mod">
          <ac:chgData name="Ansari, Muhammad Ayub" userId="69e66874-741e-4a2e-835c-321a75284990" providerId="ADAL" clId="{F8212BE8-13B9-43D1-83E6-CA0518BC2F48}" dt="2025-02-28T13:23:03.972" v="36" actId="12"/>
          <ac:spMkLst>
            <pc:docMk/>
            <pc:sldMk cId="0" sldId="257"/>
            <ac:spMk id="4" creationId="{4E7D73C0-FF84-453E-ACE8-B16E68EB6C5A}"/>
          </ac:spMkLst>
        </pc:spChg>
        <pc:spChg chg="del mod">
          <ac:chgData name="Ansari, Muhammad Ayub" userId="69e66874-741e-4a2e-835c-321a75284990" providerId="ADAL" clId="{F8212BE8-13B9-43D1-83E6-CA0518BC2F48}" dt="2025-02-28T13:23:06.845" v="38"/>
          <ac:spMkLst>
            <pc:docMk/>
            <pc:sldMk cId="0" sldId="257"/>
            <ac:spMk id="3074" creationId="{00000000-0000-0000-0000-000000000000}"/>
          </ac:spMkLst>
        </pc:spChg>
      </pc:sldChg>
      <pc:sldChg chg="addSp delSp modSp modAnim">
        <pc:chgData name="Ansari, Muhammad Ayub" userId="69e66874-741e-4a2e-835c-321a75284990" providerId="ADAL" clId="{F8212BE8-13B9-43D1-83E6-CA0518BC2F48}" dt="2025-02-28T13:24:42.378" v="62" actId="1076"/>
        <pc:sldMkLst>
          <pc:docMk/>
          <pc:sldMk cId="0" sldId="258"/>
        </pc:sldMkLst>
        <pc:spChg chg="mod">
          <ac:chgData name="Ansari, Muhammad Ayub" userId="69e66874-741e-4a2e-835c-321a75284990" providerId="ADAL" clId="{F8212BE8-13B9-43D1-83E6-CA0518BC2F48}" dt="2025-02-28T13:24:42.378" v="62" actId="1076"/>
          <ac:spMkLst>
            <pc:docMk/>
            <pc:sldMk cId="0" sldId="258"/>
            <ac:spMk id="2" creationId="{57FB8D1C-76C3-EBF7-4019-23BAEB4316BC}"/>
          </ac:spMkLst>
        </pc:spChg>
        <pc:spChg chg="add mod">
          <ac:chgData name="Ansari, Muhammad Ayub" userId="69e66874-741e-4a2e-835c-321a75284990" providerId="ADAL" clId="{F8212BE8-13B9-43D1-83E6-CA0518BC2F48}" dt="2025-02-28T13:23:55.071" v="57" actId="14100"/>
          <ac:spMkLst>
            <pc:docMk/>
            <pc:sldMk cId="0" sldId="258"/>
            <ac:spMk id="3" creationId="{FE627269-E407-49B6-9BCF-2EF33C731109}"/>
          </ac:spMkLst>
        </pc:spChg>
        <pc:spChg chg="del mod">
          <ac:chgData name="Ansari, Muhammad Ayub" userId="69e66874-741e-4a2e-835c-321a75284990" providerId="ADAL" clId="{F8212BE8-13B9-43D1-83E6-CA0518BC2F48}" dt="2025-02-28T13:23:17.058" v="42"/>
          <ac:spMkLst>
            <pc:docMk/>
            <pc:sldMk cId="0" sldId="258"/>
            <ac:spMk id="14338" creationId="{00000000-0000-0000-0000-000000000000}"/>
          </ac:spMkLst>
        </pc:spChg>
      </pc:sldChg>
      <pc:sldChg chg="modSp">
        <pc:chgData name="Ansari, Muhammad Ayub" userId="69e66874-741e-4a2e-835c-321a75284990" providerId="ADAL" clId="{F8212BE8-13B9-43D1-83E6-CA0518BC2F48}" dt="2025-02-28T13:31:12.988" v="171" actId="404"/>
        <pc:sldMkLst>
          <pc:docMk/>
          <pc:sldMk cId="0" sldId="260"/>
        </pc:sldMkLst>
        <pc:spChg chg="mod">
          <ac:chgData name="Ansari, Muhammad Ayub" userId="69e66874-741e-4a2e-835c-321a75284990" providerId="ADAL" clId="{F8212BE8-13B9-43D1-83E6-CA0518BC2F48}" dt="2025-02-28T13:31:12.988" v="171" actId="404"/>
          <ac:spMkLst>
            <pc:docMk/>
            <pc:sldMk cId="0" sldId="260"/>
            <ac:spMk id="5123" creationId="{00000000-0000-0000-0000-000000000000}"/>
          </ac:spMkLst>
        </pc:spChg>
      </pc:sldChg>
      <pc:sldChg chg="modSp">
        <pc:chgData name="Ansari, Muhammad Ayub" userId="69e66874-741e-4a2e-835c-321a75284990" providerId="ADAL" clId="{F8212BE8-13B9-43D1-83E6-CA0518BC2F48}" dt="2025-02-28T13:22:24.341" v="25" actId="2711"/>
        <pc:sldMkLst>
          <pc:docMk/>
          <pc:sldMk cId="0" sldId="262"/>
        </pc:sldMkLst>
        <pc:spChg chg="mod">
          <ac:chgData name="Ansari, Muhammad Ayub" userId="69e66874-741e-4a2e-835c-321a75284990" providerId="ADAL" clId="{F8212BE8-13B9-43D1-83E6-CA0518BC2F48}" dt="2025-02-28T13:22:24.341" v="25" actId="2711"/>
          <ac:spMkLst>
            <pc:docMk/>
            <pc:sldMk cId="0" sldId="262"/>
            <ac:spMk id="3075" creationId="{00000000-0000-0000-0000-000000000000}"/>
          </ac:spMkLst>
        </pc:spChg>
      </pc:sldChg>
      <pc:sldChg chg="addSp delSp modSp">
        <pc:chgData name="Ansari, Muhammad Ayub" userId="69e66874-741e-4a2e-835c-321a75284990" providerId="ADAL" clId="{F8212BE8-13B9-43D1-83E6-CA0518BC2F48}" dt="2025-02-28T13:25:31.412" v="70" actId="47"/>
        <pc:sldMkLst>
          <pc:docMk/>
          <pc:sldMk cId="0" sldId="266"/>
        </pc:sldMkLst>
        <pc:spChg chg="mod">
          <ac:chgData name="Ansari, Muhammad Ayub" userId="69e66874-741e-4a2e-835c-321a75284990" providerId="ADAL" clId="{F8212BE8-13B9-43D1-83E6-CA0518BC2F48}" dt="2025-02-28T13:25:13.473" v="67"/>
          <ac:spMkLst>
            <pc:docMk/>
            <pc:sldMk cId="0" sldId="266"/>
            <ac:spMk id="28674" creationId="{00000000-0000-0000-0000-000000000000}"/>
          </ac:spMkLst>
        </pc:spChg>
        <pc:spChg chg="add del mod">
          <ac:chgData name="Ansari, Muhammad Ayub" userId="69e66874-741e-4a2e-835c-321a75284990" providerId="ADAL" clId="{F8212BE8-13B9-43D1-83E6-CA0518BC2F48}" dt="2025-02-28T13:25:31.412" v="70" actId="47"/>
          <ac:spMkLst>
            <pc:docMk/>
            <pc:sldMk cId="0" sldId="266"/>
            <ac:spMk id="28676" creationId="{00000000-0000-0000-0000-000000000000}"/>
          </ac:spMkLst>
        </pc:spChg>
      </pc:sldChg>
      <pc:sldChg chg="addSp delSp modSp modAnim">
        <pc:chgData name="Ansari, Muhammad Ayub" userId="69e66874-741e-4a2e-835c-321a75284990" providerId="ADAL" clId="{F8212BE8-13B9-43D1-83E6-CA0518BC2F48}" dt="2025-02-28T13:26:42.055" v="106" actId="1076"/>
        <pc:sldMkLst>
          <pc:docMk/>
          <pc:sldMk cId="0" sldId="267"/>
        </pc:sldMkLst>
        <pc:spChg chg="mod">
          <ac:chgData name="Ansari, Muhammad Ayub" userId="69e66874-741e-4a2e-835c-321a75284990" providerId="ADAL" clId="{F8212BE8-13B9-43D1-83E6-CA0518BC2F48}" dt="2025-02-28T13:26:29.015" v="103" actId="1076"/>
          <ac:spMkLst>
            <pc:docMk/>
            <pc:sldMk cId="0" sldId="267"/>
            <ac:spMk id="12292" creationId="{00000000-0000-0000-0000-000000000000}"/>
          </ac:spMkLst>
        </pc:spChg>
        <pc:spChg chg="mod">
          <ac:chgData name="Ansari, Muhammad Ayub" userId="69e66874-741e-4a2e-835c-321a75284990" providerId="ADAL" clId="{F8212BE8-13B9-43D1-83E6-CA0518BC2F48}" dt="2025-02-28T13:26:34.135" v="105" actId="14100"/>
          <ac:spMkLst>
            <pc:docMk/>
            <pc:sldMk cId="0" sldId="267"/>
            <ac:spMk id="13314" creationId="{00000000-0000-0000-0000-000000000000}"/>
          </ac:spMkLst>
        </pc:spChg>
        <pc:spChg chg="add del mod">
          <ac:chgData name="Ansari, Muhammad Ayub" userId="69e66874-741e-4a2e-835c-321a75284990" providerId="ADAL" clId="{F8212BE8-13B9-43D1-83E6-CA0518BC2F48}" dt="2025-02-28T13:26:42.055" v="106" actId="1076"/>
          <ac:spMkLst>
            <pc:docMk/>
            <pc:sldMk cId="0" sldId="267"/>
            <ac:spMk id="29700" creationId="{00000000-0000-0000-0000-000000000000}"/>
          </ac:spMkLst>
        </pc:spChg>
      </pc:sldChg>
      <pc:sldChg chg="addSp delSp modSp">
        <pc:chgData name="Ansari, Muhammad Ayub" userId="69e66874-741e-4a2e-835c-321a75284990" providerId="ADAL" clId="{F8212BE8-13B9-43D1-83E6-CA0518BC2F48}" dt="2025-02-28T13:27:37.768" v="122"/>
        <pc:sldMkLst>
          <pc:docMk/>
          <pc:sldMk cId="0" sldId="268"/>
        </pc:sldMkLst>
        <pc:spChg chg="add mod">
          <ac:chgData name="Ansari, Muhammad Ayub" userId="69e66874-741e-4a2e-835c-321a75284990" providerId="ADAL" clId="{F8212BE8-13B9-43D1-83E6-CA0518BC2F48}" dt="2025-02-28T13:27:37.768" v="122"/>
          <ac:spMkLst>
            <pc:docMk/>
            <pc:sldMk cId="0" sldId="268"/>
            <ac:spMk id="2" creationId="{6464074A-7808-480B-8296-612DB4C2DD28}"/>
          </ac:spMkLst>
        </pc:spChg>
        <pc:spChg chg="del">
          <ac:chgData name="Ansari, Muhammad Ayub" userId="69e66874-741e-4a2e-835c-321a75284990" providerId="ADAL" clId="{F8212BE8-13B9-43D1-83E6-CA0518BC2F48}" dt="2025-02-28T13:22:02.195" v="21"/>
          <ac:spMkLst>
            <pc:docMk/>
            <pc:sldMk cId="0" sldId="268"/>
            <ac:spMk id="32770" creationId="{00000000-0000-0000-0000-000000000000}"/>
          </ac:spMkLst>
        </pc:spChg>
        <pc:spChg chg="add del mod">
          <ac:chgData name="Ansari, Muhammad Ayub" userId="69e66874-741e-4a2e-835c-321a75284990" providerId="ADAL" clId="{F8212BE8-13B9-43D1-83E6-CA0518BC2F48}" dt="2025-02-28T13:27:30.319" v="120" actId="47"/>
          <ac:spMkLst>
            <pc:docMk/>
            <pc:sldMk cId="0" sldId="268"/>
            <ac:spMk id="32772" creationId="{00000000-0000-0000-0000-000000000000}"/>
          </ac:spMkLst>
        </pc:spChg>
      </pc:sldChg>
      <pc:sldChg chg="addSp delSp modSp">
        <pc:chgData name="Ansari, Muhammad Ayub" userId="69e66874-741e-4a2e-835c-321a75284990" providerId="ADAL" clId="{F8212BE8-13B9-43D1-83E6-CA0518BC2F48}" dt="2025-02-28T13:27:18.957" v="114"/>
        <pc:sldMkLst>
          <pc:docMk/>
          <pc:sldMk cId="0" sldId="269"/>
        </pc:sldMkLst>
        <pc:spChg chg="add mod">
          <ac:chgData name="Ansari, Muhammad Ayub" userId="69e66874-741e-4a2e-835c-321a75284990" providerId="ADAL" clId="{F8212BE8-13B9-43D1-83E6-CA0518BC2F48}" dt="2025-02-28T13:27:18.216" v="112" actId="1076"/>
          <ac:spMkLst>
            <pc:docMk/>
            <pc:sldMk cId="0" sldId="269"/>
            <ac:spMk id="2" creationId="{AAEB30D1-85F5-43B3-9E21-C52818ADBF6F}"/>
          </ac:spMkLst>
        </pc:spChg>
        <pc:spChg chg="del mod">
          <ac:chgData name="Ansari, Muhammad Ayub" userId="69e66874-741e-4a2e-835c-321a75284990" providerId="ADAL" clId="{F8212BE8-13B9-43D1-83E6-CA0518BC2F48}" dt="2025-02-28T13:27:18.957" v="114"/>
          <ac:spMkLst>
            <pc:docMk/>
            <pc:sldMk cId="0" sldId="269"/>
            <ac:spMk id="31747" creationId="{00000000-0000-0000-0000-000000000000}"/>
          </ac:spMkLst>
        </pc:spChg>
      </pc:sldChg>
      <pc:sldChg chg="addSp delSp modSp">
        <pc:chgData name="Ansari, Muhammad Ayub" userId="69e66874-741e-4a2e-835c-321a75284990" providerId="ADAL" clId="{F8212BE8-13B9-43D1-83E6-CA0518BC2F48}" dt="2025-02-28T13:27:51.078" v="127"/>
        <pc:sldMkLst>
          <pc:docMk/>
          <pc:sldMk cId="0" sldId="270"/>
        </pc:sldMkLst>
        <pc:spChg chg="add mod">
          <ac:chgData name="Ansari, Muhammad Ayub" userId="69e66874-741e-4a2e-835c-321a75284990" providerId="ADAL" clId="{F8212BE8-13B9-43D1-83E6-CA0518BC2F48}" dt="2025-02-28T13:27:48.252" v="125"/>
          <ac:spMkLst>
            <pc:docMk/>
            <pc:sldMk cId="0" sldId="270"/>
            <ac:spMk id="2" creationId="{86EDC324-7071-4EFC-B484-C02DA37EE749}"/>
          </ac:spMkLst>
        </pc:spChg>
        <pc:spChg chg="del mod">
          <ac:chgData name="Ansari, Muhammad Ayub" userId="69e66874-741e-4a2e-835c-321a75284990" providerId="ADAL" clId="{F8212BE8-13B9-43D1-83E6-CA0518BC2F48}" dt="2025-02-28T13:27:51.078" v="127"/>
          <ac:spMkLst>
            <pc:docMk/>
            <pc:sldMk cId="0" sldId="270"/>
            <ac:spMk id="33795" creationId="{00000000-0000-0000-0000-000000000000}"/>
          </ac:spMkLst>
        </pc:spChg>
      </pc:sldChg>
      <pc:sldChg chg="addSp delSp modSp">
        <pc:chgData name="Ansari, Muhammad Ayub" userId="69e66874-741e-4a2e-835c-321a75284990" providerId="ADAL" clId="{F8212BE8-13B9-43D1-83E6-CA0518BC2F48}" dt="2025-02-28T13:28:00.342" v="132"/>
        <pc:sldMkLst>
          <pc:docMk/>
          <pc:sldMk cId="0" sldId="271"/>
        </pc:sldMkLst>
        <pc:spChg chg="add mod">
          <ac:chgData name="Ansari, Muhammad Ayub" userId="69e66874-741e-4a2e-835c-321a75284990" providerId="ADAL" clId="{F8212BE8-13B9-43D1-83E6-CA0518BC2F48}" dt="2025-02-28T13:27:58.742" v="130"/>
          <ac:spMkLst>
            <pc:docMk/>
            <pc:sldMk cId="0" sldId="271"/>
            <ac:spMk id="2" creationId="{94ED510B-71D8-4FB2-A4BE-03B4F7EF4BE4}"/>
          </ac:spMkLst>
        </pc:spChg>
        <pc:spChg chg="del mod">
          <ac:chgData name="Ansari, Muhammad Ayub" userId="69e66874-741e-4a2e-835c-321a75284990" providerId="ADAL" clId="{F8212BE8-13B9-43D1-83E6-CA0518BC2F48}" dt="2025-02-28T13:28:00.342" v="132"/>
          <ac:spMkLst>
            <pc:docMk/>
            <pc:sldMk cId="0" sldId="271"/>
            <ac:spMk id="34819" creationId="{00000000-0000-0000-0000-000000000000}"/>
          </ac:spMkLst>
        </pc:spChg>
      </pc:sldChg>
      <pc:sldChg chg="modSp">
        <pc:chgData name="Ansari, Muhammad Ayub" userId="69e66874-741e-4a2e-835c-321a75284990" providerId="ADAL" clId="{F8212BE8-13B9-43D1-83E6-CA0518BC2F48}" dt="2025-02-28T13:28:23.780" v="134" actId="404"/>
        <pc:sldMkLst>
          <pc:docMk/>
          <pc:sldMk cId="0" sldId="272"/>
        </pc:sldMkLst>
        <pc:spChg chg="mod">
          <ac:chgData name="Ansari, Muhammad Ayub" userId="69e66874-741e-4a2e-835c-321a75284990" providerId="ADAL" clId="{F8212BE8-13B9-43D1-83E6-CA0518BC2F48}" dt="2025-02-28T13:28:23.780" v="134" actId="404"/>
          <ac:spMkLst>
            <pc:docMk/>
            <pc:sldMk cId="0" sldId="272"/>
            <ac:spMk id="36866" creationId="{00000000-0000-0000-0000-000000000000}"/>
          </ac:spMkLst>
        </pc:spChg>
      </pc:sldChg>
      <pc:sldChg chg="addSp delSp modSp">
        <pc:chgData name="Ansari, Muhammad Ayub" userId="69e66874-741e-4a2e-835c-321a75284990" providerId="ADAL" clId="{F8212BE8-13B9-43D1-83E6-CA0518BC2F48}" dt="2025-02-28T13:29:16.239" v="143"/>
        <pc:sldMkLst>
          <pc:docMk/>
          <pc:sldMk cId="0" sldId="273"/>
        </pc:sldMkLst>
        <pc:spChg chg="mod">
          <ac:chgData name="Ansari, Muhammad Ayub" userId="69e66874-741e-4a2e-835c-321a75284990" providerId="ADAL" clId="{F8212BE8-13B9-43D1-83E6-CA0518BC2F48}" dt="2025-02-28T13:29:14.956" v="141" actId="1076"/>
          <ac:spMkLst>
            <pc:docMk/>
            <pc:sldMk cId="0" sldId="273"/>
            <ac:spMk id="2" creationId="{00000000-0000-0000-0000-000000000000}"/>
          </ac:spMkLst>
        </pc:spChg>
        <pc:spChg chg="add del mod">
          <ac:chgData name="Ansari, Muhammad Ayub" userId="69e66874-741e-4a2e-835c-321a75284990" providerId="ADAL" clId="{F8212BE8-13B9-43D1-83E6-CA0518BC2F48}" dt="2025-02-28T13:29:07.439" v="140"/>
          <ac:spMkLst>
            <pc:docMk/>
            <pc:sldMk cId="0" sldId="273"/>
            <ac:spMk id="3" creationId="{8D2111B3-5F59-4B01-9BAC-55A0DF759CCC}"/>
          </ac:spMkLst>
        </pc:spChg>
        <pc:spChg chg="del mod">
          <ac:chgData name="Ansari, Muhammad Ayub" userId="69e66874-741e-4a2e-835c-321a75284990" providerId="ADAL" clId="{F8212BE8-13B9-43D1-83E6-CA0518BC2F48}" dt="2025-02-28T13:29:16.239" v="143"/>
          <ac:spMkLst>
            <pc:docMk/>
            <pc:sldMk cId="0" sldId="273"/>
            <ac:spMk id="37891" creationId="{00000000-0000-0000-0000-000000000000}"/>
          </ac:spMkLst>
        </pc:spChg>
      </pc:sldChg>
      <pc:sldChg chg="addSp modSp">
        <pc:chgData name="Ansari, Muhammad Ayub" userId="69e66874-741e-4a2e-835c-321a75284990" providerId="ADAL" clId="{F8212BE8-13B9-43D1-83E6-CA0518BC2F48}" dt="2025-02-28T13:29:27.406" v="150" actId="5793"/>
        <pc:sldMkLst>
          <pc:docMk/>
          <pc:sldMk cId="0" sldId="274"/>
        </pc:sldMkLst>
        <pc:spChg chg="add mod">
          <ac:chgData name="Ansari, Muhammad Ayub" userId="69e66874-741e-4a2e-835c-321a75284990" providerId="ADAL" clId="{F8212BE8-13B9-43D1-83E6-CA0518BC2F48}" dt="2025-02-28T13:29:27.406" v="150" actId="5793"/>
          <ac:spMkLst>
            <pc:docMk/>
            <pc:sldMk cId="0" sldId="274"/>
            <ac:spMk id="2" creationId="{01D47327-FD64-46B7-BC95-51D5A611CE80}"/>
          </ac:spMkLst>
        </pc:spChg>
        <pc:spChg chg="mod">
          <ac:chgData name="Ansari, Muhammad Ayub" userId="69e66874-741e-4a2e-835c-321a75284990" providerId="ADAL" clId="{F8212BE8-13B9-43D1-83E6-CA0518BC2F48}" dt="2025-02-28T13:29:27.090" v="149"/>
          <ac:spMkLst>
            <pc:docMk/>
            <pc:sldMk cId="0" sldId="274"/>
            <ac:spMk id="38915" creationId="{00000000-0000-0000-0000-000000000000}"/>
          </ac:spMkLst>
        </pc:spChg>
      </pc:sldChg>
      <pc:sldChg chg="modSp">
        <pc:chgData name="Ansari, Muhammad Ayub" userId="69e66874-741e-4a2e-835c-321a75284990" providerId="ADAL" clId="{F8212BE8-13B9-43D1-83E6-CA0518BC2F48}" dt="2025-02-28T13:30:14.358" v="153" actId="2711"/>
        <pc:sldMkLst>
          <pc:docMk/>
          <pc:sldMk cId="0" sldId="275"/>
        </pc:sldMkLst>
        <pc:spChg chg="mod">
          <ac:chgData name="Ansari, Muhammad Ayub" userId="69e66874-741e-4a2e-835c-321a75284990" providerId="ADAL" clId="{F8212BE8-13B9-43D1-83E6-CA0518BC2F48}" dt="2025-02-28T13:30:14.358" v="153" actId="2711"/>
          <ac:spMkLst>
            <pc:docMk/>
            <pc:sldMk cId="0" sldId="275"/>
            <ac:spMk id="39938" creationId="{00000000-0000-0000-0000-000000000000}"/>
          </ac:spMkLst>
        </pc:spChg>
      </pc:sldChg>
      <pc:sldChg chg="addSp delSp modSp">
        <pc:chgData name="Ansari, Muhammad Ayub" userId="69e66874-741e-4a2e-835c-321a75284990" providerId="ADAL" clId="{F8212BE8-13B9-43D1-83E6-CA0518BC2F48}" dt="2025-02-28T13:30:26.110" v="158"/>
        <pc:sldMkLst>
          <pc:docMk/>
          <pc:sldMk cId="0" sldId="276"/>
        </pc:sldMkLst>
        <pc:spChg chg="add mod">
          <ac:chgData name="Ansari, Muhammad Ayub" userId="69e66874-741e-4a2e-835c-321a75284990" providerId="ADAL" clId="{F8212BE8-13B9-43D1-83E6-CA0518BC2F48}" dt="2025-02-28T13:30:24.723" v="156"/>
          <ac:spMkLst>
            <pc:docMk/>
            <pc:sldMk cId="0" sldId="276"/>
            <ac:spMk id="2" creationId="{46DD469F-366D-4686-92BB-EE28DB4A4FD9}"/>
          </ac:spMkLst>
        </pc:spChg>
        <pc:spChg chg="del mod">
          <ac:chgData name="Ansari, Muhammad Ayub" userId="69e66874-741e-4a2e-835c-321a75284990" providerId="ADAL" clId="{F8212BE8-13B9-43D1-83E6-CA0518BC2F48}" dt="2025-02-28T13:30:26.110" v="158"/>
          <ac:spMkLst>
            <pc:docMk/>
            <pc:sldMk cId="0" sldId="276"/>
            <ac:spMk id="40963" creationId="{00000000-0000-0000-0000-000000000000}"/>
          </ac:spMkLst>
        </pc:spChg>
      </pc:sldChg>
      <pc:sldChg chg="addSp delSp modSp">
        <pc:chgData name="Ansari, Muhammad Ayub" userId="69e66874-741e-4a2e-835c-321a75284990" providerId="ADAL" clId="{F8212BE8-13B9-43D1-83E6-CA0518BC2F48}" dt="2025-02-28T13:30:32.964" v="163"/>
        <pc:sldMkLst>
          <pc:docMk/>
          <pc:sldMk cId="0" sldId="277"/>
        </pc:sldMkLst>
        <pc:spChg chg="add mod">
          <ac:chgData name="Ansari, Muhammad Ayub" userId="69e66874-741e-4a2e-835c-321a75284990" providerId="ADAL" clId="{F8212BE8-13B9-43D1-83E6-CA0518BC2F48}" dt="2025-02-28T13:30:31.452" v="161"/>
          <ac:spMkLst>
            <pc:docMk/>
            <pc:sldMk cId="0" sldId="277"/>
            <ac:spMk id="2" creationId="{4BBCAEB6-E62D-4233-B4E3-65DC14DA3C03}"/>
          </ac:spMkLst>
        </pc:spChg>
        <pc:spChg chg="del mod">
          <ac:chgData name="Ansari, Muhammad Ayub" userId="69e66874-741e-4a2e-835c-321a75284990" providerId="ADAL" clId="{F8212BE8-13B9-43D1-83E6-CA0518BC2F48}" dt="2025-02-28T13:30:32.964" v="163"/>
          <ac:spMkLst>
            <pc:docMk/>
            <pc:sldMk cId="0" sldId="277"/>
            <ac:spMk id="41987" creationId="{00000000-0000-0000-0000-000000000000}"/>
          </ac:spMkLst>
        </pc:spChg>
      </pc:sldChg>
      <pc:sldChg chg="addSp delSp modSp">
        <pc:chgData name="Ansari, Muhammad Ayub" userId="69e66874-741e-4a2e-835c-321a75284990" providerId="ADAL" clId="{F8212BE8-13B9-43D1-83E6-CA0518BC2F48}" dt="2025-02-28T13:30:40.091" v="168"/>
        <pc:sldMkLst>
          <pc:docMk/>
          <pc:sldMk cId="0" sldId="278"/>
        </pc:sldMkLst>
        <pc:spChg chg="add mod">
          <ac:chgData name="Ansari, Muhammad Ayub" userId="69e66874-741e-4a2e-835c-321a75284990" providerId="ADAL" clId="{F8212BE8-13B9-43D1-83E6-CA0518BC2F48}" dt="2025-02-28T13:30:39.182" v="166"/>
          <ac:spMkLst>
            <pc:docMk/>
            <pc:sldMk cId="0" sldId="278"/>
            <ac:spMk id="2" creationId="{742BD7A5-F9CC-49BF-AC03-B6C621F8AFC4}"/>
          </ac:spMkLst>
        </pc:spChg>
        <pc:spChg chg="del mod">
          <ac:chgData name="Ansari, Muhammad Ayub" userId="69e66874-741e-4a2e-835c-321a75284990" providerId="ADAL" clId="{F8212BE8-13B9-43D1-83E6-CA0518BC2F48}" dt="2025-02-28T13:30:40.091" v="168"/>
          <ac:spMkLst>
            <pc:docMk/>
            <pc:sldMk cId="0" sldId="278"/>
            <ac:spMk id="43011" creationId="{00000000-0000-0000-0000-000000000000}"/>
          </ac:spMkLst>
        </pc:spChg>
      </pc:sldChg>
      <pc:sldChg chg="delSp modSp delAnim modAnim">
        <pc:chgData name="Ansari, Muhammad Ayub" userId="69e66874-741e-4a2e-835c-321a75284990" providerId="ADAL" clId="{F8212BE8-13B9-43D1-83E6-CA0518BC2F48}" dt="2025-02-28T13:21:00.979" v="15" actId="20577"/>
        <pc:sldMkLst>
          <pc:docMk/>
          <pc:sldMk cId="0" sldId="279"/>
        </pc:sldMkLst>
        <pc:spChg chg="mod">
          <ac:chgData name="Ansari, Muhammad Ayub" userId="69e66874-741e-4a2e-835c-321a75284990" providerId="ADAL" clId="{F8212BE8-13B9-43D1-83E6-CA0518BC2F48}" dt="2025-02-28T13:21:00.979" v="15" actId="20577"/>
          <ac:spMkLst>
            <pc:docMk/>
            <pc:sldMk cId="0" sldId="279"/>
            <ac:spMk id="6147" creationId="{00000000-0000-0000-0000-000000000000}"/>
          </ac:spMkLst>
        </pc:spChg>
        <pc:spChg chg="del mod">
          <ac:chgData name="Ansari, Muhammad Ayub" userId="69e66874-741e-4a2e-835c-321a75284990" providerId="ADAL" clId="{F8212BE8-13B9-43D1-83E6-CA0518BC2F48}" dt="2025-02-28T13:20:41.588" v="3"/>
          <ac:spMkLst>
            <pc:docMk/>
            <pc:sldMk cId="0" sldId="279"/>
            <ac:spMk id="6148" creationId="{00000000-0000-0000-0000-000000000000}"/>
          </ac:spMkLst>
        </pc:spChg>
      </pc:sldChg>
      <pc:sldChg chg="delSp modSp delAnim modAnim">
        <pc:chgData name="Ansari, Muhammad Ayub" userId="69e66874-741e-4a2e-835c-321a75284990" providerId="ADAL" clId="{F8212BE8-13B9-43D1-83E6-CA0518BC2F48}" dt="2025-02-28T13:21:14.163" v="20"/>
        <pc:sldMkLst>
          <pc:docMk/>
          <pc:sldMk cId="0" sldId="280"/>
        </pc:sldMkLst>
        <pc:spChg chg="del mod">
          <ac:chgData name="Ansari, Muhammad Ayub" userId="69e66874-741e-4a2e-835c-321a75284990" providerId="ADAL" clId="{F8212BE8-13B9-43D1-83E6-CA0518BC2F48}" dt="2025-02-28T13:21:14.163" v="20"/>
          <ac:spMkLst>
            <pc:docMk/>
            <pc:sldMk cId="0" sldId="280"/>
            <ac:spMk id="2" creationId="{00000000-0000-0000-0000-000000000000}"/>
          </ac:spMkLst>
        </pc:spChg>
        <pc:spChg chg="mod">
          <ac:chgData name="Ansari, Muhammad Ayub" userId="69e66874-741e-4a2e-835c-321a75284990" providerId="ADAL" clId="{F8212BE8-13B9-43D1-83E6-CA0518BC2F48}" dt="2025-02-28T13:21:12.538" v="18"/>
          <ac:spMkLst>
            <pc:docMk/>
            <pc:sldMk cId="0" sldId="280"/>
            <ac:spMk id="7171" creationId="{00000000-0000-0000-0000-000000000000}"/>
          </ac:spMkLst>
        </pc:spChg>
      </pc:sldChg>
      <pc:sldChg chg="modSp">
        <pc:chgData name="Ansari, Muhammad Ayub" userId="69e66874-741e-4a2e-835c-321a75284990" providerId="ADAL" clId="{F8212BE8-13B9-43D1-83E6-CA0518BC2F48}" dt="2025-02-28T13:31:05.356" v="170" actId="404"/>
        <pc:sldMkLst>
          <pc:docMk/>
          <pc:sldMk cId="0" sldId="306"/>
        </pc:sldMkLst>
        <pc:spChg chg="mod">
          <ac:chgData name="Ansari, Muhammad Ayub" userId="69e66874-741e-4a2e-835c-321a75284990" providerId="ADAL" clId="{F8212BE8-13B9-43D1-83E6-CA0518BC2F48}" dt="2025-02-28T13:31:05.356" v="170" actId="404"/>
          <ac:spMkLst>
            <pc:docMk/>
            <pc:sldMk cId="0" sldId="306"/>
            <ac:spMk id="4101" creationId="{00000000-0000-0000-0000-000000000000}"/>
          </ac:spMkLst>
        </pc:spChg>
      </pc:sldChg>
      <pc:sldChg chg="modSp">
        <pc:chgData name="Ansari, Muhammad Ayub" userId="69e66874-741e-4a2e-835c-321a75284990" providerId="ADAL" clId="{F8212BE8-13B9-43D1-83E6-CA0518BC2F48}" dt="2025-02-28T13:31:19.781" v="172" actId="404"/>
        <pc:sldMkLst>
          <pc:docMk/>
          <pc:sldMk cId="3178148623" sldId="307"/>
        </pc:sldMkLst>
        <pc:spChg chg="mod">
          <ac:chgData name="Ansari, Muhammad Ayub" userId="69e66874-741e-4a2e-835c-321a75284990" providerId="ADAL" clId="{F8212BE8-13B9-43D1-83E6-CA0518BC2F48}" dt="2025-02-28T13:31:19.781" v="172" actId="404"/>
          <ac:spMkLst>
            <pc:docMk/>
            <pc:sldMk cId="3178148623" sldId="307"/>
            <ac:spMk id="5123" creationId="{00000000-0000-0000-0000-000000000000}"/>
          </ac:spMkLst>
        </pc:spChg>
      </pc:sldChg>
      <pc:sldChg chg="modSp">
        <pc:chgData name="Ansari, Muhammad Ayub" userId="69e66874-741e-4a2e-835c-321a75284990" providerId="ADAL" clId="{F8212BE8-13B9-43D1-83E6-CA0518BC2F48}" dt="2025-02-28T13:31:26.667" v="173" actId="404"/>
        <pc:sldMkLst>
          <pc:docMk/>
          <pc:sldMk cId="2004767274" sldId="308"/>
        </pc:sldMkLst>
        <pc:spChg chg="mod">
          <ac:chgData name="Ansari, Muhammad Ayub" userId="69e66874-741e-4a2e-835c-321a75284990" providerId="ADAL" clId="{F8212BE8-13B9-43D1-83E6-CA0518BC2F48}" dt="2025-02-28T13:31:26.667" v="173" actId="404"/>
          <ac:spMkLst>
            <pc:docMk/>
            <pc:sldMk cId="2004767274" sldId="308"/>
            <ac:spMk id="5123" creationId="{00000000-0000-0000-0000-000000000000}"/>
          </ac:spMkLst>
        </pc:spChg>
      </pc:sldChg>
      <pc:sldChg chg="modSp">
        <pc:chgData name="Ansari, Muhammad Ayub" userId="69e66874-741e-4a2e-835c-321a75284990" providerId="ADAL" clId="{F8212BE8-13B9-43D1-83E6-CA0518BC2F48}" dt="2025-02-28T13:31:31.981" v="174" actId="404"/>
        <pc:sldMkLst>
          <pc:docMk/>
          <pc:sldMk cId="4211931507" sldId="309"/>
        </pc:sldMkLst>
        <pc:spChg chg="mod">
          <ac:chgData name="Ansari, Muhammad Ayub" userId="69e66874-741e-4a2e-835c-321a75284990" providerId="ADAL" clId="{F8212BE8-13B9-43D1-83E6-CA0518BC2F48}" dt="2025-02-28T13:31:31.981" v="174" actId="404"/>
          <ac:spMkLst>
            <pc:docMk/>
            <pc:sldMk cId="4211931507" sldId="309"/>
            <ac:spMk id="5123" creationId="{00000000-0000-0000-0000-000000000000}"/>
          </ac:spMkLst>
        </pc:spChg>
      </pc:sldChg>
      <pc:sldChg chg="modSp">
        <pc:chgData name="Ansari, Muhammad Ayub" userId="69e66874-741e-4a2e-835c-321a75284990" providerId="ADAL" clId="{F8212BE8-13B9-43D1-83E6-CA0518BC2F48}" dt="2025-02-28T13:31:36.051" v="175" actId="404"/>
        <pc:sldMkLst>
          <pc:docMk/>
          <pc:sldMk cId="1795608725" sldId="310"/>
        </pc:sldMkLst>
        <pc:spChg chg="mod">
          <ac:chgData name="Ansari, Muhammad Ayub" userId="69e66874-741e-4a2e-835c-321a75284990" providerId="ADAL" clId="{F8212BE8-13B9-43D1-83E6-CA0518BC2F48}" dt="2025-02-28T13:31:36.051" v="175" actId="404"/>
          <ac:spMkLst>
            <pc:docMk/>
            <pc:sldMk cId="1795608725" sldId="310"/>
            <ac:spMk id="5123" creationId="{00000000-0000-0000-0000-000000000000}"/>
          </ac:spMkLst>
        </pc:spChg>
      </pc:sldChg>
      <pc:sldChg chg="modSp">
        <pc:chgData name="Ansari, Muhammad Ayub" userId="69e66874-741e-4a2e-835c-321a75284990" providerId="ADAL" clId="{F8212BE8-13B9-43D1-83E6-CA0518BC2F48}" dt="2025-02-28T13:31:51.139" v="178" actId="404"/>
        <pc:sldMkLst>
          <pc:docMk/>
          <pc:sldMk cId="1453279466" sldId="311"/>
        </pc:sldMkLst>
        <pc:spChg chg="mod">
          <ac:chgData name="Ansari, Muhammad Ayub" userId="69e66874-741e-4a2e-835c-321a75284990" providerId="ADAL" clId="{F8212BE8-13B9-43D1-83E6-CA0518BC2F48}" dt="2025-02-28T13:31:46.834" v="177" actId="255"/>
          <ac:spMkLst>
            <pc:docMk/>
            <pc:sldMk cId="1453279466" sldId="311"/>
            <ac:spMk id="2" creationId="{9716628D-ABC3-2FA0-B716-2692CB6F4F0F}"/>
          </ac:spMkLst>
        </pc:spChg>
        <pc:spChg chg="mod">
          <ac:chgData name="Ansari, Muhammad Ayub" userId="69e66874-741e-4a2e-835c-321a75284990" providerId="ADAL" clId="{F8212BE8-13B9-43D1-83E6-CA0518BC2F48}" dt="2025-02-28T13:31:51.139" v="178" actId="404"/>
          <ac:spMkLst>
            <pc:docMk/>
            <pc:sldMk cId="1453279466" sldId="311"/>
            <ac:spMk id="5123" creationId="{00000000-0000-0000-0000-000000000000}"/>
          </ac:spMkLst>
        </pc:spChg>
      </pc:sldChg>
      <pc:sldChg chg="modSp">
        <pc:chgData name="Ansari, Muhammad Ayub" userId="69e66874-741e-4a2e-835c-321a75284990" providerId="ADAL" clId="{F8212BE8-13B9-43D1-83E6-CA0518BC2F48}" dt="2025-02-28T13:32:13.271" v="181" actId="404"/>
        <pc:sldMkLst>
          <pc:docMk/>
          <pc:sldMk cId="1093236913" sldId="312"/>
        </pc:sldMkLst>
        <pc:spChg chg="mod">
          <ac:chgData name="Ansari, Muhammad Ayub" userId="69e66874-741e-4a2e-835c-321a75284990" providerId="ADAL" clId="{F8212BE8-13B9-43D1-83E6-CA0518BC2F48}" dt="2025-02-28T13:32:13.271" v="181" actId="404"/>
          <ac:spMkLst>
            <pc:docMk/>
            <pc:sldMk cId="1093236913" sldId="312"/>
            <ac:spMk id="5123" creationId="{00000000-0000-0000-0000-000000000000}"/>
          </ac:spMkLst>
        </pc:spChg>
      </pc:sldChg>
      <pc:sldChg chg="modSp">
        <pc:chgData name="Ansari, Muhammad Ayub" userId="69e66874-741e-4a2e-835c-321a75284990" providerId="ADAL" clId="{F8212BE8-13B9-43D1-83E6-CA0518BC2F48}" dt="2025-02-28T13:32:25.028" v="183" actId="404"/>
        <pc:sldMkLst>
          <pc:docMk/>
          <pc:sldMk cId="467338464" sldId="313"/>
        </pc:sldMkLst>
        <pc:spChg chg="mod">
          <ac:chgData name="Ansari, Muhammad Ayub" userId="69e66874-741e-4a2e-835c-321a75284990" providerId="ADAL" clId="{F8212BE8-13B9-43D1-83E6-CA0518BC2F48}" dt="2025-02-28T13:32:25.028" v="183" actId="404"/>
          <ac:spMkLst>
            <pc:docMk/>
            <pc:sldMk cId="467338464" sldId="313"/>
            <ac:spMk id="5123" creationId="{00000000-0000-0000-0000-000000000000}"/>
          </ac:spMkLst>
        </pc:spChg>
      </pc:sldChg>
      <pc:sldChg chg="modSp">
        <pc:chgData name="Ansari, Muhammad Ayub" userId="69e66874-741e-4a2e-835c-321a75284990" providerId="ADAL" clId="{F8212BE8-13B9-43D1-83E6-CA0518BC2F48}" dt="2025-02-28T13:32:31.083" v="184" actId="404"/>
        <pc:sldMkLst>
          <pc:docMk/>
          <pc:sldMk cId="1581876647" sldId="314"/>
        </pc:sldMkLst>
        <pc:spChg chg="mod">
          <ac:chgData name="Ansari, Muhammad Ayub" userId="69e66874-741e-4a2e-835c-321a75284990" providerId="ADAL" clId="{F8212BE8-13B9-43D1-83E6-CA0518BC2F48}" dt="2025-02-28T13:32:31.083" v="184" actId="404"/>
          <ac:spMkLst>
            <pc:docMk/>
            <pc:sldMk cId="1581876647" sldId="314"/>
            <ac:spMk id="5123" creationId="{00000000-0000-0000-0000-000000000000}"/>
          </ac:spMkLst>
        </pc:spChg>
      </pc:sldChg>
      <pc:sldChg chg="addSp delSp modSp">
        <pc:chgData name="Ansari, Muhammad Ayub" userId="69e66874-741e-4a2e-835c-321a75284990" providerId="ADAL" clId="{F8212BE8-13B9-43D1-83E6-CA0518BC2F48}" dt="2025-02-28T13:32:00.945" v="179"/>
        <pc:sldMkLst>
          <pc:docMk/>
          <pc:sldMk cId="883582731" sldId="316"/>
        </pc:sldMkLst>
        <pc:spChg chg="add del mod">
          <ac:chgData name="Ansari, Muhammad Ayub" userId="69e66874-741e-4a2e-835c-321a75284990" providerId="ADAL" clId="{F8212BE8-13B9-43D1-83E6-CA0518BC2F48}" dt="2025-02-28T13:32:00.945" v="179"/>
          <ac:spMkLst>
            <pc:docMk/>
            <pc:sldMk cId="883582731" sldId="316"/>
            <ac:spMk id="2" creationId="{5E6EB38F-70B3-4956-93B0-37454435213E}"/>
          </ac:spMkLst>
        </pc:spChg>
        <pc:spChg chg="add del mod">
          <ac:chgData name="Ansari, Muhammad Ayub" userId="69e66874-741e-4a2e-835c-321a75284990" providerId="ADAL" clId="{F8212BE8-13B9-43D1-83E6-CA0518BC2F48}" dt="2025-02-28T13:32:00.945" v="179"/>
          <ac:spMkLst>
            <pc:docMk/>
            <pc:sldMk cId="883582731" sldId="316"/>
            <ac:spMk id="3" creationId="{8694A12A-5165-45AD-9BA2-FC97A7A72D76}"/>
          </ac:spMkLst>
        </pc:spChg>
      </pc:sldChg>
      <pc:sldChg chg="modSp">
        <pc:chgData name="Ansari, Muhammad Ayub" userId="69e66874-741e-4a2e-835c-321a75284990" providerId="ADAL" clId="{F8212BE8-13B9-43D1-83E6-CA0518BC2F48}" dt="2025-02-28T13:32:07.954" v="180" actId="404"/>
        <pc:sldMkLst>
          <pc:docMk/>
          <pc:sldMk cId="1921148983" sldId="317"/>
        </pc:sldMkLst>
        <pc:spChg chg="mod">
          <ac:chgData name="Ansari, Muhammad Ayub" userId="69e66874-741e-4a2e-835c-321a75284990" providerId="ADAL" clId="{F8212BE8-13B9-43D1-83E6-CA0518BC2F48}" dt="2025-02-28T13:32:07.954" v="180" actId="404"/>
          <ac:spMkLst>
            <pc:docMk/>
            <pc:sldMk cId="1921148983" sldId="317"/>
            <ac:spMk id="5123" creationId="{00000000-0000-0000-0000-000000000000}"/>
          </ac:spMkLst>
        </pc:spChg>
      </pc:sldChg>
      <pc:sldChg chg="addSp delSp modSp">
        <pc:chgData name="Ansari, Muhammad Ayub" userId="69e66874-741e-4a2e-835c-321a75284990" providerId="ADAL" clId="{F8212BE8-13B9-43D1-83E6-CA0518BC2F48}" dt="2025-02-28T13:32:17.768" v="182"/>
        <pc:sldMkLst>
          <pc:docMk/>
          <pc:sldMk cId="1660740820" sldId="318"/>
        </pc:sldMkLst>
        <pc:spChg chg="add del mod">
          <ac:chgData name="Ansari, Muhammad Ayub" userId="69e66874-741e-4a2e-835c-321a75284990" providerId="ADAL" clId="{F8212BE8-13B9-43D1-83E6-CA0518BC2F48}" dt="2025-02-28T13:32:17.768" v="182"/>
          <ac:spMkLst>
            <pc:docMk/>
            <pc:sldMk cId="1660740820" sldId="318"/>
            <ac:spMk id="2" creationId="{C5D080FB-4C1A-4C8A-B062-3B375E49A90F}"/>
          </ac:spMkLst>
        </pc:spChg>
        <pc:spChg chg="add del mod">
          <ac:chgData name="Ansari, Muhammad Ayub" userId="69e66874-741e-4a2e-835c-321a75284990" providerId="ADAL" clId="{F8212BE8-13B9-43D1-83E6-CA0518BC2F48}" dt="2025-02-28T13:32:17.768" v="182"/>
          <ac:spMkLst>
            <pc:docMk/>
            <pc:sldMk cId="1660740820" sldId="318"/>
            <ac:spMk id="3" creationId="{5128AC8F-35C1-40BE-969E-6A3A34EC21D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1EECF-C910-4618-B82A-5447D3F32E6D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9D092E-D23F-4D9A-90DC-79B44CE8DD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797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GB" altLang="en-US"/>
              <a:t>Ask for examples.</a:t>
            </a: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30CD7E5-8E26-4028-886F-01B1AF797BE5}" type="slidenum">
              <a:rPr lang="en-GB" altLang="en-US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5</a:t>
            </a:fld>
            <a:endParaRPr lang="en-GB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86633" y="1766000"/>
            <a:ext cx="9418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666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386667" y="4502800"/>
            <a:ext cx="94188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343967" y="-96733"/>
            <a:ext cx="4063200" cy="1795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8623267" y="5247167"/>
            <a:ext cx="4063200" cy="1795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37923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619400" y="3391951"/>
            <a:ext cx="4953200" cy="86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4995400" y="1971900"/>
            <a:ext cx="22012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3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055200" y="4372833"/>
            <a:ext cx="6081600" cy="52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;p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10598567" y="5306367"/>
            <a:ext cx="1838000" cy="1648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50500" y="-118267"/>
            <a:ext cx="1891600" cy="1419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45858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757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6718633" y="3532033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6718633" y="3948267"/>
            <a:ext cx="3314800" cy="12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2257567" y="3532033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2257567" y="3948267"/>
            <a:ext cx="3314800" cy="12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35" name="Google Shape;35;p5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36;p5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9247667" y="5241767"/>
            <a:ext cx="3399200" cy="1806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37325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1194600" y="2242667"/>
            <a:ext cx="5129600" cy="3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7573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7900600" y="3730000"/>
            <a:ext cx="4504000" cy="3289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11111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950967" y="719333"/>
            <a:ext cx="4742800" cy="13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4000">
                <a:latin typeface="Vidaloka"/>
                <a:ea typeface="Vidaloka"/>
                <a:cs typeface="Vidaloka"/>
                <a:sym typeface="Vidalok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2" name="Google Shape;62;p10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0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" name="Google Shape;64;p10"/>
          <p:cNvCxnSpPr/>
          <p:nvPr/>
        </p:nvCxnSpPr>
        <p:spPr>
          <a:xfrm rot="10800000" flipH="1">
            <a:off x="8193300" y="4138300"/>
            <a:ext cx="4157600" cy="29348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53625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950967" y="1997017"/>
            <a:ext cx="10290000" cy="219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2019100" y="4371717"/>
            <a:ext cx="81604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68" name="Google Shape;68;p11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69;p11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70;p11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" name="Google Shape;71;p11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877981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">
  <p:cSld name="Table of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4778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6668000" y="2590567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6668000" y="3006800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2206933" y="2590567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2206933" y="3006800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6668000" y="4965267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6668000" y="5381500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2206933" y="4965267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2207000" y="5381500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3171533" y="1738117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7632600" y="1738117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3171600" y="4110317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7632600" y="4110317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13331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3214000" y="3910367"/>
            <a:ext cx="5764000" cy="6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1"/>
          </p:nvPr>
        </p:nvSpPr>
        <p:spPr>
          <a:xfrm>
            <a:off x="2457200" y="2215951"/>
            <a:ext cx="7277600" cy="13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92" name="Google Shape;92;p14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" name="Google Shape;93;p14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89784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2659800" y="2263317"/>
            <a:ext cx="6872400" cy="150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1"/>
          </p:nvPr>
        </p:nvSpPr>
        <p:spPr>
          <a:xfrm>
            <a:off x="3066000" y="3962867"/>
            <a:ext cx="60600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97" name="Google Shape;97;p15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" name="Google Shape;98;p15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87134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01" name="Google Shape;101;p16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" name="Google Shape;102;p16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" name="Google Shape;103;p16"/>
          <p:cNvCxnSpPr/>
          <p:nvPr/>
        </p:nvCxnSpPr>
        <p:spPr>
          <a:xfrm>
            <a:off x="9609800" y="-204233"/>
            <a:ext cx="2827200" cy="1698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37337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6608133" y="3289833"/>
            <a:ext cx="3300400" cy="86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667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 idx="2" hasCustomPrompt="1"/>
          </p:nvPr>
        </p:nvSpPr>
        <p:spPr>
          <a:xfrm>
            <a:off x="6608133" y="1869767"/>
            <a:ext cx="22012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9333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9pPr>
          </a:lstStyle>
          <a:p>
            <a:r>
              <a:t>xx%</a:t>
            </a:r>
          </a:p>
        </p:txBody>
      </p:sp>
      <p:sp>
        <p:nvSpPr>
          <p:cNvPr id="107" name="Google Shape;107;p17"/>
          <p:cNvSpPr txBox="1">
            <a:spLocks noGrp="1"/>
          </p:cNvSpPr>
          <p:nvPr>
            <p:ph type="subTitle" idx="1"/>
          </p:nvPr>
        </p:nvSpPr>
        <p:spPr>
          <a:xfrm>
            <a:off x="6608133" y="4155033"/>
            <a:ext cx="3300400" cy="83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08" name="Google Shape;108;p17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" name="Google Shape;109;p17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7"/>
          <p:cNvCxnSpPr/>
          <p:nvPr/>
        </p:nvCxnSpPr>
        <p:spPr>
          <a:xfrm>
            <a:off x="-279467" y="3203267"/>
            <a:ext cx="4192400" cy="3719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12636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1391633" y="1580733"/>
            <a:ext cx="4164000" cy="269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subTitle" idx="1"/>
          </p:nvPr>
        </p:nvSpPr>
        <p:spPr>
          <a:xfrm>
            <a:off x="1391633" y="4481251"/>
            <a:ext cx="4018000" cy="1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14" name="Google Shape;114;p18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" name="Google Shape;115;p18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" name="Google Shape;116;p18"/>
          <p:cNvCxnSpPr/>
          <p:nvPr/>
        </p:nvCxnSpPr>
        <p:spPr>
          <a:xfrm>
            <a:off x="7096867" y="-107500"/>
            <a:ext cx="5340000" cy="267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83686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subTitle" idx="1"/>
          </p:nvPr>
        </p:nvSpPr>
        <p:spPr>
          <a:xfrm>
            <a:off x="4678667" y="3514833"/>
            <a:ext cx="283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subTitle" idx="2"/>
          </p:nvPr>
        </p:nvSpPr>
        <p:spPr>
          <a:xfrm>
            <a:off x="4678700" y="3968167"/>
            <a:ext cx="2834800" cy="10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subTitle" idx="3"/>
          </p:nvPr>
        </p:nvSpPr>
        <p:spPr>
          <a:xfrm>
            <a:off x="1270700" y="3514833"/>
            <a:ext cx="283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ubTitle" idx="4"/>
          </p:nvPr>
        </p:nvSpPr>
        <p:spPr>
          <a:xfrm>
            <a:off x="1270833" y="3968167"/>
            <a:ext cx="2834800" cy="10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subTitle" idx="5"/>
          </p:nvPr>
        </p:nvSpPr>
        <p:spPr>
          <a:xfrm>
            <a:off x="8086500" y="3514833"/>
            <a:ext cx="283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ubTitle" idx="6"/>
          </p:nvPr>
        </p:nvSpPr>
        <p:spPr>
          <a:xfrm>
            <a:off x="8086500" y="3968167"/>
            <a:ext cx="2834800" cy="10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88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25" name="Google Shape;125;p19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" name="Google Shape;126;p19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36724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subTitle" idx="1"/>
          </p:nvPr>
        </p:nvSpPr>
        <p:spPr>
          <a:xfrm>
            <a:off x="4957767" y="4522367"/>
            <a:ext cx="2190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subTitle" idx="2"/>
          </p:nvPr>
        </p:nvSpPr>
        <p:spPr>
          <a:xfrm>
            <a:off x="4823567" y="4975700"/>
            <a:ext cx="245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subTitle" idx="3"/>
          </p:nvPr>
        </p:nvSpPr>
        <p:spPr>
          <a:xfrm>
            <a:off x="1770700" y="4522367"/>
            <a:ext cx="2190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ubTitle" idx="4"/>
          </p:nvPr>
        </p:nvSpPr>
        <p:spPr>
          <a:xfrm>
            <a:off x="1636568" y="4975700"/>
            <a:ext cx="245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ubTitle" idx="5"/>
          </p:nvPr>
        </p:nvSpPr>
        <p:spPr>
          <a:xfrm>
            <a:off x="8144733" y="4522367"/>
            <a:ext cx="2190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6"/>
          </p:nvPr>
        </p:nvSpPr>
        <p:spPr>
          <a:xfrm>
            <a:off x="8010733" y="4975700"/>
            <a:ext cx="245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425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35" name="Google Shape;135;p20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20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013073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subTitle" idx="1"/>
          </p:nvPr>
        </p:nvSpPr>
        <p:spPr>
          <a:xfrm>
            <a:off x="4552067" y="2415984"/>
            <a:ext cx="3088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ubTitle" idx="2"/>
          </p:nvPr>
        </p:nvSpPr>
        <p:spPr>
          <a:xfrm>
            <a:off x="4752267" y="286933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subTitle" idx="3"/>
          </p:nvPr>
        </p:nvSpPr>
        <p:spPr>
          <a:xfrm>
            <a:off x="940967" y="2415984"/>
            <a:ext cx="3088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subTitle" idx="4"/>
          </p:nvPr>
        </p:nvSpPr>
        <p:spPr>
          <a:xfrm>
            <a:off x="1141167" y="286933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subTitle" idx="5"/>
          </p:nvPr>
        </p:nvSpPr>
        <p:spPr>
          <a:xfrm>
            <a:off x="8163100" y="2415984"/>
            <a:ext cx="3088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subTitle" idx="6"/>
          </p:nvPr>
        </p:nvSpPr>
        <p:spPr>
          <a:xfrm>
            <a:off x="8363300" y="286933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subTitle" idx="7"/>
          </p:nvPr>
        </p:nvSpPr>
        <p:spPr>
          <a:xfrm>
            <a:off x="4552067" y="4724617"/>
            <a:ext cx="3088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subTitle" idx="8"/>
          </p:nvPr>
        </p:nvSpPr>
        <p:spPr>
          <a:xfrm>
            <a:off x="4752267" y="5177967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subTitle" idx="9"/>
          </p:nvPr>
        </p:nvSpPr>
        <p:spPr>
          <a:xfrm>
            <a:off x="940967" y="4724617"/>
            <a:ext cx="3088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subTitle" idx="13"/>
          </p:nvPr>
        </p:nvSpPr>
        <p:spPr>
          <a:xfrm>
            <a:off x="1141167" y="5177967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subTitle" idx="14"/>
          </p:nvPr>
        </p:nvSpPr>
        <p:spPr>
          <a:xfrm>
            <a:off x="8163100" y="4724617"/>
            <a:ext cx="3088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subTitle" idx="15"/>
          </p:nvPr>
        </p:nvSpPr>
        <p:spPr>
          <a:xfrm>
            <a:off x="8363300" y="5177967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810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51" name="Google Shape;151;p21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" name="Google Shape;152;p21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22887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>
            <a:spLocks noGrp="1"/>
          </p:cNvSpPr>
          <p:nvPr>
            <p:ph type="subTitle" idx="1"/>
          </p:nvPr>
        </p:nvSpPr>
        <p:spPr>
          <a:xfrm>
            <a:off x="6555800" y="2627200"/>
            <a:ext cx="3088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subTitle" idx="2"/>
          </p:nvPr>
        </p:nvSpPr>
        <p:spPr>
          <a:xfrm>
            <a:off x="6745200" y="3080551"/>
            <a:ext cx="270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subTitle" idx="3"/>
          </p:nvPr>
        </p:nvSpPr>
        <p:spPr>
          <a:xfrm>
            <a:off x="2548200" y="2627200"/>
            <a:ext cx="3088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subTitle" idx="4"/>
          </p:nvPr>
        </p:nvSpPr>
        <p:spPr>
          <a:xfrm>
            <a:off x="2737733" y="3080551"/>
            <a:ext cx="270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subTitle" idx="5"/>
          </p:nvPr>
        </p:nvSpPr>
        <p:spPr>
          <a:xfrm>
            <a:off x="6555800" y="4834051"/>
            <a:ext cx="3088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ubTitle" idx="6"/>
          </p:nvPr>
        </p:nvSpPr>
        <p:spPr>
          <a:xfrm>
            <a:off x="6745200" y="5287400"/>
            <a:ext cx="270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subTitle" idx="7"/>
          </p:nvPr>
        </p:nvSpPr>
        <p:spPr>
          <a:xfrm>
            <a:off x="2548200" y="4834051"/>
            <a:ext cx="3088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subTitle" idx="8"/>
          </p:nvPr>
        </p:nvSpPr>
        <p:spPr>
          <a:xfrm>
            <a:off x="2737600" y="5287400"/>
            <a:ext cx="270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8640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63" name="Google Shape;163;p22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2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77487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>
            <a:spLocks noGrp="1"/>
          </p:cNvSpPr>
          <p:nvPr>
            <p:ph type="subTitle" idx="1"/>
          </p:nvPr>
        </p:nvSpPr>
        <p:spPr>
          <a:xfrm>
            <a:off x="4757500" y="3992800"/>
            <a:ext cx="26872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2"/>
          </p:nvPr>
        </p:nvSpPr>
        <p:spPr>
          <a:xfrm>
            <a:off x="4757500" y="4446133"/>
            <a:ext cx="268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3"/>
          <p:cNvSpPr txBox="1">
            <a:spLocks noGrp="1"/>
          </p:cNvSpPr>
          <p:nvPr>
            <p:ph type="subTitle" idx="3"/>
          </p:nvPr>
        </p:nvSpPr>
        <p:spPr>
          <a:xfrm>
            <a:off x="1451133" y="3992800"/>
            <a:ext cx="26872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subTitle" idx="4"/>
          </p:nvPr>
        </p:nvSpPr>
        <p:spPr>
          <a:xfrm>
            <a:off x="1451267" y="4446133"/>
            <a:ext cx="268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subTitle" idx="5"/>
          </p:nvPr>
        </p:nvSpPr>
        <p:spPr>
          <a:xfrm>
            <a:off x="8073933" y="3992800"/>
            <a:ext cx="26872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1" name="Google Shape;171;p23"/>
          <p:cNvSpPr txBox="1">
            <a:spLocks noGrp="1"/>
          </p:cNvSpPr>
          <p:nvPr>
            <p:ph type="subTitle" idx="6"/>
          </p:nvPr>
        </p:nvSpPr>
        <p:spPr>
          <a:xfrm>
            <a:off x="8073933" y="4446133"/>
            <a:ext cx="268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635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73" name="Google Shape;173;p2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" name="Google Shape;174;p2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" name="Google Shape;175;p23"/>
          <p:cNvCxnSpPr/>
          <p:nvPr/>
        </p:nvCxnSpPr>
        <p:spPr>
          <a:xfrm>
            <a:off x="9912233" y="-167467"/>
            <a:ext cx="2657600" cy="1773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9712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>
            <a:spLocks noGrp="1"/>
          </p:cNvSpPr>
          <p:nvPr>
            <p:ph type="subTitle" idx="1"/>
          </p:nvPr>
        </p:nvSpPr>
        <p:spPr>
          <a:xfrm>
            <a:off x="6333583" y="2297200"/>
            <a:ext cx="2686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subTitle" idx="2"/>
          </p:nvPr>
        </p:nvSpPr>
        <p:spPr>
          <a:xfrm>
            <a:off x="6333579" y="2750533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4"/>
          <p:cNvSpPr txBox="1">
            <a:spLocks noGrp="1"/>
          </p:cNvSpPr>
          <p:nvPr>
            <p:ph type="subTitle" idx="3"/>
          </p:nvPr>
        </p:nvSpPr>
        <p:spPr>
          <a:xfrm>
            <a:off x="3075283" y="2297200"/>
            <a:ext cx="2686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4"/>
          <p:cNvSpPr txBox="1">
            <a:spLocks noGrp="1"/>
          </p:cNvSpPr>
          <p:nvPr>
            <p:ph type="subTitle" idx="4"/>
          </p:nvPr>
        </p:nvSpPr>
        <p:spPr>
          <a:xfrm>
            <a:off x="3075283" y="2750533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4"/>
          <p:cNvSpPr txBox="1">
            <a:spLocks noGrp="1"/>
          </p:cNvSpPr>
          <p:nvPr>
            <p:ph type="subTitle" idx="5"/>
          </p:nvPr>
        </p:nvSpPr>
        <p:spPr>
          <a:xfrm>
            <a:off x="6333583" y="4211900"/>
            <a:ext cx="2686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subTitle" idx="6"/>
          </p:nvPr>
        </p:nvSpPr>
        <p:spPr>
          <a:xfrm>
            <a:off x="6333579" y="4665233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4"/>
          <p:cNvSpPr txBox="1">
            <a:spLocks noGrp="1"/>
          </p:cNvSpPr>
          <p:nvPr>
            <p:ph type="subTitle" idx="7"/>
          </p:nvPr>
        </p:nvSpPr>
        <p:spPr>
          <a:xfrm>
            <a:off x="3075283" y="4211900"/>
            <a:ext cx="2686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4" name="Google Shape;184;p24"/>
          <p:cNvSpPr txBox="1">
            <a:spLocks noGrp="1"/>
          </p:cNvSpPr>
          <p:nvPr>
            <p:ph type="subTitle" idx="8"/>
          </p:nvPr>
        </p:nvSpPr>
        <p:spPr>
          <a:xfrm>
            <a:off x="3075283" y="4665233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5" name="Google Shape;185;p24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3714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86" name="Google Shape;186;p24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" name="Google Shape;187;p24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288645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>
            <a:spLocks noGrp="1"/>
          </p:cNvSpPr>
          <p:nvPr>
            <p:ph type="title" hasCustomPrompt="1"/>
          </p:nvPr>
        </p:nvSpPr>
        <p:spPr>
          <a:xfrm>
            <a:off x="3457233" y="952800"/>
            <a:ext cx="52776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25"/>
          <p:cNvSpPr txBox="1">
            <a:spLocks noGrp="1"/>
          </p:cNvSpPr>
          <p:nvPr>
            <p:ph type="subTitle" idx="1"/>
          </p:nvPr>
        </p:nvSpPr>
        <p:spPr>
          <a:xfrm>
            <a:off x="3153312" y="1795200"/>
            <a:ext cx="5885600" cy="5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1" name="Google Shape;191;p25"/>
          <p:cNvSpPr txBox="1">
            <a:spLocks noGrp="1"/>
          </p:cNvSpPr>
          <p:nvPr>
            <p:ph type="title" idx="2" hasCustomPrompt="1"/>
          </p:nvPr>
        </p:nvSpPr>
        <p:spPr>
          <a:xfrm>
            <a:off x="3457233" y="2750700"/>
            <a:ext cx="52776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7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192" name="Google Shape;192;p25"/>
          <p:cNvSpPr txBox="1">
            <a:spLocks noGrp="1"/>
          </p:cNvSpPr>
          <p:nvPr>
            <p:ph type="subTitle" idx="3"/>
          </p:nvPr>
        </p:nvSpPr>
        <p:spPr>
          <a:xfrm>
            <a:off x="3153312" y="3593100"/>
            <a:ext cx="5885600" cy="5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3" name="Google Shape;193;p25"/>
          <p:cNvSpPr txBox="1">
            <a:spLocks noGrp="1"/>
          </p:cNvSpPr>
          <p:nvPr>
            <p:ph type="title" idx="4" hasCustomPrompt="1"/>
          </p:nvPr>
        </p:nvSpPr>
        <p:spPr>
          <a:xfrm>
            <a:off x="3457233" y="4548600"/>
            <a:ext cx="52776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7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194" name="Google Shape;194;p25"/>
          <p:cNvSpPr txBox="1">
            <a:spLocks noGrp="1"/>
          </p:cNvSpPr>
          <p:nvPr>
            <p:ph type="subTitle" idx="5"/>
          </p:nvPr>
        </p:nvSpPr>
        <p:spPr>
          <a:xfrm>
            <a:off x="3153267" y="5391000"/>
            <a:ext cx="5885600" cy="5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95" name="Google Shape;195;p25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25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8779311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>
            <a:spLocks noGrp="1"/>
          </p:cNvSpPr>
          <p:nvPr>
            <p:ph type="title"/>
          </p:nvPr>
        </p:nvSpPr>
        <p:spPr>
          <a:xfrm>
            <a:off x="1071667" y="2701067"/>
            <a:ext cx="5450000" cy="8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9" name="Google Shape;199;p26"/>
          <p:cNvSpPr txBox="1">
            <a:spLocks noGrp="1"/>
          </p:cNvSpPr>
          <p:nvPr>
            <p:ph type="subTitle" idx="1"/>
          </p:nvPr>
        </p:nvSpPr>
        <p:spPr>
          <a:xfrm>
            <a:off x="1071667" y="3591367"/>
            <a:ext cx="42124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200" name="Google Shape;200;p26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26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1759863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>
            <a:spLocks noGrp="1"/>
          </p:cNvSpPr>
          <p:nvPr>
            <p:ph type="title"/>
          </p:nvPr>
        </p:nvSpPr>
        <p:spPr>
          <a:xfrm>
            <a:off x="5986867" y="2730300"/>
            <a:ext cx="4485600" cy="8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4" name="Google Shape;204;p27"/>
          <p:cNvSpPr txBox="1">
            <a:spLocks noGrp="1"/>
          </p:cNvSpPr>
          <p:nvPr>
            <p:ph type="subTitle" idx="1"/>
          </p:nvPr>
        </p:nvSpPr>
        <p:spPr>
          <a:xfrm>
            <a:off x="6474067" y="3593100"/>
            <a:ext cx="39984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205" name="Google Shape;205;p27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27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65364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One column text 1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>
            <a:spLocks noGrp="1"/>
          </p:cNvSpPr>
          <p:nvPr>
            <p:ph type="subTitle" idx="1"/>
          </p:nvPr>
        </p:nvSpPr>
        <p:spPr>
          <a:xfrm>
            <a:off x="5555733" y="1938033"/>
            <a:ext cx="5276800" cy="38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50799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9" name="Google Shape;209;p28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6003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210" name="Google Shape;210;p28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28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" name="Google Shape;212;p28"/>
          <p:cNvCxnSpPr/>
          <p:nvPr/>
        </p:nvCxnSpPr>
        <p:spPr>
          <a:xfrm flipH="1">
            <a:off x="9029533" y="4884600"/>
            <a:ext cx="3764400" cy="2177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0632221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>
            <a:spLocks noGrp="1"/>
          </p:cNvSpPr>
          <p:nvPr>
            <p:ph type="subTitle" idx="1"/>
          </p:nvPr>
        </p:nvSpPr>
        <p:spPr>
          <a:xfrm>
            <a:off x="6421433" y="4821833"/>
            <a:ext cx="3922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subTitle" idx="2"/>
          </p:nvPr>
        </p:nvSpPr>
        <p:spPr>
          <a:xfrm>
            <a:off x="6421600" y="5275167"/>
            <a:ext cx="3922400" cy="8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subTitle" idx="3"/>
          </p:nvPr>
        </p:nvSpPr>
        <p:spPr>
          <a:xfrm>
            <a:off x="1847772" y="4821833"/>
            <a:ext cx="3922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subTitle" idx="4"/>
          </p:nvPr>
        </p:nvSpPr>
        <p:spPr>
          <a:xfrm>
            <a:off x="1848033" y="5275167"/>
            <a:ext cx="3922400" cy="8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363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219" name="Google Shape;219;p29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9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446752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>
            <a:spLocks noGrp="1"/>
          </p:cNvSpPr>
          <p:nvPr>
            <p:ph type="title"/>
          </p:nvPr>
        </p:nvSpPr>
        <p:spPr>
          <a:xfrm>
            <a:off x="3777200" y="1054933"/>
            <a:ext cx="4637600" cy="12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9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3" name="Google Shape;223;p30"/>
          <p:cNvSpPr txBox="1">
            <a:spLocks noGrp="1"/>
          </p:cNvSpPr>
          <p:nvPr>
            <p:ph type="subTitle" idx="1"/>
          </p:nvPr>
        </p:nvSpPr>
        <p:spPr>
          <a:xfrm>
            <a:off x="3977800" y="2332567"/>
            <a:ext cx="4236400" cy="12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4" name="Google Shape;224;p30"/>
          <p:cNvSpPr txBox="1"/>
          <p:nvPr/>
        </p:nvSpPr>
        <p:spPr>
          <a:xfrm>
            <a:off x="3867267" y="4584367"/>
            <a:ext cx="4457600" cy="9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33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lang="en" sz="1333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333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,and infographics &amp; images by </a:t>
            </a:r>
            <a:r>
              <a:rPr lang="en" sz="1333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33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5" name="Google Shape;225;p30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" name="Google Shape;226;p30"/>
          <p:cNvCxnSpPr/>
          <p:nvPr/>
        </p:nvCxnSpPr>
        <p:spPr>
          <a:xfrm>
            <a:off x="-343967" y="5247167"/>
            <a:ext cx="4063200" cy="1795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" name="Google Shape;227;p30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" name="Google Shape;228;p30"/>
          <p:cNvCxnSpPr/>
          <p:nvPr/>
        </p:nvCxnSpPr>
        <p:spPr>
          <a:xfrm>
            <a:off x="8623267" y="-96733"/>
            <a:ext cx="4063200" cy="1795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77575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0" name="Google Shape;230;p31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" name="Google Shape;231;p31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353853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3" name="Google Shape;233;p32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34;p32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32"/>
          <p:cNvCxnSpPr/>
          <p:nvPr/>
        </p:nvCxnSpPr>
        <p:spPr>
          <a:xfrm>
            <a:off x="9912233" y="-167467"/>
            <a:ext cx="2657600" cy="1773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32"/>
          <p:cNvCxnSpPr/>
          <p:nvPr/>
        </p:nvCxnSpPr>
        <p:spPr>
          <a:xfrm>
            <a:off x="-196367" y="5257967"/>
            <a:ext cx="2657600" cy="1773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201970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8" name="Google Shape;238;p3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3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0" name="Google Shape;240;p33"/>
          <p:cNvCxnSpPr/>
          <p:nvPr/>
        </p:nvCxnSpPr>
        <p:spPr>
          <a:xfrm flipH="1">
            <a:off x="9029533" y="4884600"/>
            <a:ext cx="3764400" cy="2177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1098105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C10D0F-1C9A-432D-BDB9-1E2FD5CB6E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9294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66496" y="5945123"/>
            <a:ext cx="6531187" cy="913130"/>
          </a:xfrm>
          <a:custGeom>
            <a:avLst/>
            <a:gdLst/>
            <a:ahLst/>
            <a:cxnLst/>
            <a:rect l="l" t="t" r="r" b="b"/>
            <a:pathLst>
              <a:path w="4898390" h="913129">
                <a:moveTo>
                  <a:pt x="85556" y="21310"/>
                </a:moveTo>
                <a:lnTo>
                  <a:pt x="3637269" y="912873"/>
                </a:lnTo>
                <a:lnTo>
                  <a:pt x="4898140" y="912873"/>
                </a:lnTo>
                <a:lnTo>
                  <a:pt x="85556" y="21310"/>
                </a:lnTo>
                <a:close/>
              </a:path>
              <a:path w="4898390" h="913129">
                <a:moveTo>
                  <a:pt x="660" y="0"/>
                </a:moveTo>
                <a:lnTo>
                  <a:pt x="0" y="5460"/>
                </a:lnTo>
                <a:lnTo>
                  <a:pt x="85556" y="21310"/>
                </a:lnTo>
                <a:lnTo>
                  <a:pt x="660" y="0"/>
                </a:lnTo>
                <a:close/>
              </a:path>
            </a:pathLst>
          </a:custGeom>
          <a:solidFill>
            <a:srgbClr val="9FCADC">
              <a:alpha val="39999"/>
            </a:srgbClr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17" name="bg object 17"/>
          <p:cNvSpPr/>
          <p:nvPr/>
        </p:nvSpPr>
        <p:spPr>
          <a:xfrm>
            <a:off x="648207" y="5939027"/>
            <a:ext cx="4872567" cy="919480"/>
          </a:xfrm>
          <a:custGeom>
            <a:avLst/>
            <a:gdLst/>
            <a:ahLst/>
            <a:cxnLst/>
            <a:rect l="l" t="t" r="r" b="b"/>
            <a:pathLst>
              <a:path w="3654425" h="919479">
                <a:moveTo>
                  <a:pt x="0" y="0"/>
                </a:moveTo>
                <a:lnTo>
                  <a:pt x="7924" y="6350"/>
                </a:lnTo>
                <a:lnTo>
                  <a:pt x="2870477" y="918969"/>
                </a:lnTo>
                <a:lnTo>
                  <a:pt x="3653980" y="9189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89678"/>
            <a:ext cx="4528312" cy="106603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784670"/>
            <a:ext cx="4494472" cy="107332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0800" y="2997707"/>
            <a:ext cx="9095232" cy="35280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spcBef>
                <a:spcPts val="215"/>
              </a:spcBef>
            </a:pPr>
            <a:endParaRPr lang="en-GB"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38100">
              <a:spcBef>
                <a:spcPts val="190"/>
              </a:spcBef>
            </a:pPr>
            <a:fld id="{81D60167-4931-47E6-BA6A-407CBD079E47}" type="slidenum">
              <a:rPr lang="en-GB" spc="-5" smtClean="0"/>
              <a:pPr marL="38100">
                <a:spcBef>
                  <a:spcPts val="190"/>
                </a:spcBef>
              </a:pPr>
              <a:t>‹#›</a:t>
            </a:fld>
            <a:endParaRPr lang="en-GB" spc="-5" dirty="0"/>
          </a:p>
        </p:txBody>
      </p:sp>
    </p:spTree>
    <p:extLst>
      <p:ext uri="{BB962C8B-B14F-4D97-AF65-F5344CB8AC3E}">
        <p14:creationId xmlns:p14="http://schemas.microsoft.com/office/powerpoint/2010/main" val="19583951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9607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1000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233023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8" r:id="rId4"/>
    <p:sldLayoutId id="2147483669" r:id="rId5"/>
    <p:sldLayoutId id="2147483670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  <p:sldLayoutId id="2147483685" r:id="rId20"/>
    <p:sldLayoutId id="2147483686" r:id="rId21"/>
    <p:sldLayoutId id="2147483687" r:id="rId22"/>
    <p:sldLayoutId id="2147483688" r:id="rId23"/>
    <p:sldLayoutId id="2147483689" r:id="rId24"/>
    <p:sldLayoutId id="2147483690" r:id="rId25"/>
    <p:sldLayoutId id="2147483691" r:id="rId26"/>
    <p:sldLayoutId id="2147483692" r:id="rId27"/>
    <p:sldLayoutId id="2147483695" r:id="rId28"/>
    <p:sldLayoutId id="2147483697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4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43" name="Google Shape;243;p34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310140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helios.hud.ac.uk/scomdrw/cis2360/week3/tabulate.php" TargetMode="Externa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helios.hud.ac.uk/scomdrw/cis2360/week3/create.php" TargetMode="Externa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helios.hud.ac.uk/scomdrw/cis2360/week3/calculateprice.php" TargetMode="Externa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helios.hud.ac.uk/scomdrw/cis2360/week3/calculate.php" TargetMode="Externa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helios.hud.ac.uk/scomdrw/cis2360/week3/testhelloworld.php" TargetMode="External"/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helios.hud.ac.uk/scomdrw/cis2360/week3/testhelloworld2.php" TargetMode="External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php.net/manual/en/function.unset.php" TargetMode="External"/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1506-76ED-EACC-4730-93896627E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014" y="2061586"/>
            <a:ext cx="9871969" cy="2738387"/>
          </a:xfrm>
        </p:spPr>
        <p:txBody>
          <a:bodyPr/>
          <a:lstStyle/>
          <a:p>
            <a:r>
              <a:rPr lang="en-GB" sz="5400" b="1" dirty="0">
                <a:solidFill>
                  <a:srgbClr val="000000"/>
                </a:solidFill>
              </a:rPr>
              <a:t>Database Systems</a:t>
            </a:r>
            <a:br>
              <a:rPr lang="en-GB" sz="5400" dirty="0">
                <a:solidFill>
                  <a:srgbClr val="000000"/>
                </a:solidFill>
              </a:rPr>
            </a:br>
            <a:r>
              <a:rPr lang="en-GB" sz="2800" dirty="0">
                <a:solidFill>
                  <a:srgbClr val="000000"/>
                </a:solidFill>
              </a:rPr>
              <a:t>Dr Muhammad Ayub Ansari</a:t>
            </a:r>
            <a:br>
              <a:rPr lang="en-GB" sz="2800" dirty="0">
                <a:solidFill>
                  <a:srgbClr val="000000"/>
                </a:solidFill>
              </a:rPr>
            </a:br>
            <a:br>
              <a:rPr lang="en-GB" sz="2800" dirty="0"/>
            </a:br>
            <a:br>
              <a:rPr lang="en-GB" sz="2800" dirty="0"/>
            </a:br>
            <a:r>
              <a:rPr lang="en-GB" sz="2400" dirty="0">
                <a:solidFill>
                  <a:srgbClr val="000000"/>
                </a:solidFill>
                <a:latin typeface="Montserrat"/>
              </a:rPr>
              <a:t>Lecture 7: PHP Part 2 – Functions, Classes , DB Connections</a:t>
            </a:r>
          </a:p>
          <a:p>
            <a:endParaRPr lang="en-GB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A string can be used directly in a function or it can be stored in a variable.</a:t>
            </a:r>
          </a:p>
          <a:p>
            <a:pPr eaLnBrk="1" hangingPunct="1"/>
            <a:r>
              <a:rPr lang="en-GB" altLang="en-US" dirty="0"/>
              <a:t>The concatenation operator </a:t>
            </a:r>
            <a:r>
              <a:rPr lang="en-GB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‘.’</a:t>
            </a:r>
            <a:r>
              <a:rPr lang="en-GB" altLang="en-US" dirty="0"/>
              <a:t> is used to put two string values together.</a:t>
            </a:r>
          </a:p>
          <a:p>
            <a:pPr lvl="1" eaLnBrk="1" hangingPunct="1"/>
            <a:r>
              <a:rPr lang="en-GB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$var1="Hello";</a:t>
            </a:r>
            <a:endParaRPr lang="en-GB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GB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$var2="World";</a:t>
            </a:r>
            <a:endParaRPr lang="en-GB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GB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$var1 . " " . $var2;</a:t>
            </a:r>
          </a:p>
          <a:p>
            <a:pPr marL="596900" lvl="1" indent="0" eaLnBrk="1" hangingPunct="1">
              <a:buNone/>
            </a:pPr>
            <a:endParaRPr lang="en-GB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altLang="en-US" dirty="0">
                <a:latin typeface="Calibri" panose="020F0502020204030204" pitchFamily="34" charset="0"/>
                <a:cs typeface="Arial" panose="020B0604020202020204" pitchFamily="34" charset="0"/>
              </a:rPr>
              <a:t>Concatenation</a:t>
            </a:r>
            <a:endParaRPr lang="en-GB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altLang="en-US" dirty="0"/>
              <a:t>Strings (Concatenation)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The </a:t>
            </a:r>
            <a:r>
              <a:rPr lang="en-GB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GB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altLang="en-US" dirty="0"/>
              <a:t>function is used to find the length of a string.</a:t>
            </a:r>
          </a:p>
          <a:p>
            <a:pPr eaLnBrk="1" hangingPunct="1"/>
            <a:r>
              <a:rPr lang="en-GB" altLang="en-US" dirty="0"/>
              <a:t>The length of our string "Hello world!" can be determined thus: </a:t>
            </a:r>
          </a:p>
          <a:p>
            <a:pPr lvl="1" eaLnBrk="1" hangingPunct="1"/>
            <a:r>
              <a:rPr lang="en-GB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</a:t>
            </a:r>
            <a:r>
              <a:rPr lang="en-GB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GB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("Hello world!");</a:t>
            </a:r>
            <a:endParaRPr lang="en-GB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GB" altLang="en-US" dirty="0"/>
              <a:t>The output from the above will be: 12 (Test a few strings to find out)</a:t>
            </a:r>
          </a:p>
          <a:p>
            <a:r>
              <a:rPr lang="en-GB" altLang="en-US" dirty="0">
                <a:latin typeface="Calibri" panose="020F0502020204030204" pitchFamily="34" charset="0"/>
                <a:cs typeface="Arial" panose="020B0604020202020204" pitchFamily="34" charset="0"/>
              </a:rPr>
              <a:t>String Length</a:t>
            </a:r>
          </a:p>
          <a:p>
            <a:pPr eaLnBrk="1" hangingPunct="1"/>
            <a:endParaRPr lang="en-GB" altLang="en-US" dirty="0"/>
          </a:p>
        </p:txBody>
      </p:sp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altLang="en-US" dirty="0"/>
              <a:t>Strings (</a:t>
            </a:r>
            <a:r>
              <a:rPr lang="en-GB" altLang="en-US" dirty="0" err="1">
                <a:cs typeface="Courier New" pitchFamily="49" charset="0"/>
              </a:rPr>
              <a:t>strlen</a:t>
            </a:r>
            <a:r>
              <a:rPr lang="en-GB" altLang="en-US" dirty="0">
                <a:cs typeface="Courier New" pitchFamily="49" charset="0"/>
              </a:rPr>
              <a:t>()</a:t>
            </a:r>
            <a:r>
              <a:rPr lang="en-GB" altLang="en-US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The length of a string is often used in loops or other functions, when it is important to know when the string ends. </a:t>
            </a:r>
          </a:p>
          <a:p>
            <a:pPr eaLnBrk="1" hangingPunct="1"/>
            <a:r>
              <a:rPr lang="en-GB" altLang="en-US" dirty="0"/>
              <a:t>We can stop the loop after the last character in the string</a:t>
            </a:r>
          </a:p>
          <a:p>
            <a:pPr lvl="1" eaLnBrk="1" hangingPunct="1"/>
            <a:r>
              <a:rPr lang="en-GB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for($</a:t>
            </a:r>
            <a:r>
              <a:rPr lang="en-GB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$</a:t>
            </a:r>
            <a:r>
              <a:rPr lang="en-GB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GB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GB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($var1); $</a:t>
            </a:r>
            <a:r>
              <a:rPr lang="en-GB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GB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altLang="en-US" dirty="0"/>
              <a:t>Strings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There is a collection of arithmetic functions built in to PHP</a:t>
            </a:r>
          </a:p>
          <a:p>
            <a:pPr eaLnBrk="1" hangingPunct="1"/>
            <a:r>
              <a:rPr lang="en-GB" altLang="en-US" dirty="0"/>
              <a:t>Many are typical of functions / methods available in most languages</a:t>
            </a:r>
          </a:p>
          <a:p>
            <a:pPr eaLnBrk="1" hangingPunct="1"/>
            <a:r>
              <a:rPr lang="en-GB" altLang="en-US" dirty="0"/>
              <a:t>Some have been created by PHP developers and are not available in other languages.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Arithmetic Functions</a:t>
            </a:r>
            <a:endParaRPr lang="en-GB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568" y="1844824"/>
            <a:ext cx="2314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en-US" dirty="0"/>
              <a:t>round()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981200" y="274638"/>
            <a:ext cx="8229600" cy="1143000"/>
          </a:xfrm>
          <a:prstGeom prst="rect">
            <a:avLst/>
          </a:prstGeom>
        </p:spPr>
        <p:txBody>
          <a:bodyPr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eaLnBrk="1" hangingPunct="1">
              <a:defRPr/>
            </a:pPr>
            <a:r>
              <a:rPr lang="en-US" altLang="en-US" dirty="0"/>
              <a:t>Math Functions</a:t>
            </a:r>
            <a:endParaRPr lang="en-GB" alt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943872" y="3001516"/>
            <a:ext cx="1882552" cy="1143000"/>
          </a:xfrm>
          <a:prstGeom prst="rect">
            <a:avLst/>
          </a:prstGeom>
        </p:spPr>
        <p:txBody>
          <a:bodyPr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eaLnBrk="1" hangingPunct="1">
              <a:defRPr/>
            </a:pPr>
            <a:r>
              <a:rPr lang="en-GB" altLang="en-US" dirty="0"/>
              <a:t>rand()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647728" y="5301208"/>
            <a:ext cx="1738536" cy="1143000"/>
          </a:xfrm>
          <a:prstGeom prst="rect">
            <a:avLst/>
          </a:prstGeom>
        </p:spPr>
        <p:txBody>
          <a:bodyPr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eaLnBrk="1" hangingPunct="1">
              <a:defRPr/>
            </a:pPr>
            <a:r>
              <a:rPr lang="en-GB" altLang="en-US" dirty="0" err="1"/>
              <a:t>sqrt</a:t>
            </a:r>
            <a:r>
              <a:rPr lang="en-GB" altLang="en-US" dirty="0"/>
              <a:t>()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7927841" y="2060848"/>
            <a:ext cx="1738536" cy="1143000"/>
          </a:xfrm>
          <a:prstGeom prst="rect">
            <a:avLst/>
          </a:prstGeom>
        </p:spPr>
        <p:txBody>
          <a:bodyPr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eaLnBrk="1" hangingPunct="1">
              <a:defRPr/>
            </a:pPr>
            <a:r>
              <a:rPr lang="en-GB" altLang="en-US" dirty="0"/>
              <a:t>pow()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7089881" y="4869160"/>
            <a:ext cx="1738536" cy="1143000"/>
          </a:xfrm>
          <a:prstGeom prst="rect">
            <a:avLst/>
          </a:prstGeom>
        </p:spPr>
        <p:txBody>
          <a:bodyPr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eaLnBrk="1" hangingPunct="1">
              <a:defRPr/>
            </a:pPr>
            <a:r>
              <a:rPr lang="en-GB" altLang="en-US" dirty="0"/>
              <a:t>pi()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2086027" y="3573016"/>
            <a:ext cx="1738536" cy="1143000"/>
          </a:xfrm>
          <a:prstGeom prst="rect">
            <a:avLst/>
          </a:prstGeom>
        </p:spPr>
        <p:txBody>
          <a:bodyPr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eaLnBrk="1" hangingPunct="1">
              <a:defRPr/>
            </a:pPr>
            <a:r>
              <a:rPr lang="en-GB" altLang="en-US" dirty="0"/>
              <a:t>max()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8403221" y="3573016"/>
            <a:ext cx="1738536" cy="1143000"/>
          </a:xfrm>
          <a:prstGeom prst="rect">
            <a:avLst/>
          </a:prstGeom>
        </p:spPr>
        <p:txBody>
          <a:bodyPr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eaLnBrk="1" hangingPunct="1">
              <a:defRPr/>
            </a:pPr>
            <a:r>
              <a:rPr lang="en-GB" altLang="en-US" dirty="0"/>
              <a:t>min()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386600" y="1073541"/>
            <a:ext cx="9418800" cy="2736800"/>
          </a:xfrm>
        </p:spPr>
        <p:txBody>
          <a:bodyPr/>
          <a:lstStyle/>
          <a:p>
            <a:pPr>
              <a:defRPr/>
            </a:pPr>
            <a:r>
              <a:rPr lang="en-GB" sz="5400" dirty="0"/>
              <a:t>User Defined Functions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56032">
              <a:buFont typeface="Wingdings 3"/>
              <a:buChar char=""/>
              <a:defRPr/>
            </a:pPr>
            <a:r>
              <a:rPr lang="en-GB" altLang="en-US" sz="2800" dirty="0"/>
              <a:t>Functions exist in most programming languages</a:t>
            </a:r>
          </a:p>
          <a:p>
            <a:pPr marL="647192" lvl="1" indent="-342900">
              <a:spcBef>
                <a:spcPts val="324"/>
              </a:spcBef>
              <a:defRPr/>
            </a:pPr>
            <a:r>
              <a:rPr lang="en-GB" altLang="en-US" dirty="0">
                <a:latin typeface="Calibri" panose="020F0502020204030204" pitchFamily="34" charset="0"/>
                <a:cs typeface="Calibri" panose="020F0502020204030204" pitchFamily="34" charset="0"/>
              </a:rPr>
              <a:t>Java: </a:t>
            </a:r>
          </a:p>
          <a:p>
            <a:pPr marL="590042" lvl="1" indent="-285750">
              <a:spcBef>
                <a:spcPts val="324"/>
              </a:spcBef>
              <a:defRPr/>
            </a:pPr>
            <a:r>
              <a:rPr lang="en-GB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public void </a:t>
            </a:r>
            <a:r>
              <a:rPr lang="en-GB" alt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myMethod</a:t>
            </a:r>
            <a:r>
              <a:rPr lang="en-GB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590042" lvl="1" indent="-285750">
              <a:spcBef>
                <a:spcPts val="324"/>
              </a:spcBef>
              <a:defRPr/>
            </a:pPr>
            <a:r>
              <a:rPr lang="en-GB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public String </a:t>
            </a:r>
            <a:r>
              <a:rPr lang="en-GB" alt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myMethod</a:t>
            </a:r>
            <a:r>
              <a:rPr lang="en-GB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(String </a:t>
            </a:r>
            <a:r>
              <a:rPr lang="en-GB" alt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aString</a:t>
            </a:r>
            <a:r>
              <a:rPr lang="en-GB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) {return </a:t>
            </a:r>
            <a:r>
              <a:rPr lang="en-GB" alt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aString</a:t>
            </a:r>
            <a:r>
              <a:rPr lang="en-GB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;}</a:t>
            </a:r>
          </a:p>
          <a:p>
            <a:pPr marL="365760" indent="-256032">
              <a:buFont typeface="Wingdings 3"/>
              <a:buChar char=""/>
              <a:defRPr/>
            </a:pPr>
            <a:r>
              <a:rPr lang="en-GB" altLang="en-US" sz="2800" dirty="0"/>
              <a:t>A specific piece of code that performs a single well defined task</a:t>
            </a:r>
          </a:p>
          <a:p>
            <a:pPr marL="365760" indent="-256032">
              <a:buFont typeface="Wingdings 3"/>
              <a:buChar char=""/>
              <a:defRPr/>
            </a:pPr>
            <a:r>
              <a:rPr lang="en-GB" altLang="en-US" sz="2800" dirty="0"/>
              <a:t>Reuse the code whenever the task needs to be performed</a:t>
            </a:r>
          </a:p>
          <a:p>
            <a:pPr marL="365760" indent="-256032">
              <a:buFont typeface="Wingdings 3"/>
              <a:buChar char=""/>
              <a:defRPr/>
            </a:pPr>
            <a:r>
              <a:rPr lang="en-GB" altLang="en-US" sz="2800" dirty="0"/>
              <a:t>Most of the PHP web programming language is function based</a:t>
            </a:r>
          </a:p>
        </p:txBody>
      </p:sp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/>
              <a:t>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All function definitions start with the word </a:t>
            </a:r>
            <a:r>
              <a:rPr lang="en-GB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GB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eaLnBrk="1" hangingPunct="1"/>
            <a:r>
              <a:rPr lang="en-GB" altLang="en-US" dirty="0"/>
              <a:t>Name the function</a:t>
            </a:r>
          </a:p>
          <a:p>
            <a:pPr lvl="1" eaLnBrk="1" hangingPunct="1"/>
            <a:r>
              <a:rPr lang="en-GB" altLang="en-US" dirty="0"/>
              <a:t>It should be possible to understand what the function does by its name. </a:t>
            </a:r>
          </a:p>
          <a:p>
            <a:pPr lvl="1" eaLnBrk="1" hangingPunct="1"/>
            <a:r>
              <a:rPr lang="en-GB" altLang="en-US" dirty="0"/>
              <a:t>The name can start with a letter or underscore (not a number)</a:t>
            </a:r>
          </a:p>
          <a:p>
            <a:pPr eaLnBrk="1" hangingPunct="1"/>
            <a:r>
              <a:rPr lang="en-GB" altLang="en-US" dirty="0"/>
              <a:t>A function is called by its function name</a:t>
            </a:r>
          </a:p>
          <a:p>
            <a:pPr lvl="1" eaLnBrk="1" hangingPunct="1"/>
            <a:r>
              <a:rPr lang="en-GB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myfunction</a:t>
            </a:r>
            <a:r>
              <a:rPr lang="en-GB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/>
              <a:t>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Function names are not case sensitive</a:t>
            </a:r>
          </a:p>
          <a:p>
            <a:pPr lvl="1" eaLnBrk="1" hangingPunct="1"/>
            <a:r>
              <a:rPr lang="en-GB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myfunction();</a:t>
            </a:r>
          </a:p>
          <a:p>
            <a:pPr lvl="1" eaLnBrk="1" hangingPunct="1"/>
            <a:r>
              <a:rPr lang="en-GB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MYFUNCTION();</a:t>
            </a:r>
          </a:p>
          <a:p>
            <a:pPr lvl="1" eaLnBrk="1" hangingPunct="1"/>
            <a:r>
              <a:rPr lang="en-GB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MyFunction();</a:t>
            </a:r>
          </a:p>
          <a:p>
            <a:pPr eaLnBrk="1" hangingPunct="1"/>
            <a:r>
              <a:rPr lang="en-GB" altLang="en-US"/>
              <a:t>It is important to note that function names behave differently to variable names, which are case sensitive.</a:t>
            </a:r>
          </a:p>
          <a:p>
            <a:pPr lvl="1" eaLnBrk="1" hangingPunct="1"/>
            <a:r>
              <a:rPr lang="en-GB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$Func; $func </a:t>
            </a:r>
            <a:r>
              <a:rPr lang="en-GB" altLang="en-US"/>
              <a:t>are two separate variables</a:t>
            </a:r>
          </a:p>
          <a:p>
            <a:pPr lvl="1" eaLnBrk="1" hangingPunct="1"/>
            <a:r>
              <a:rPr lang="en-GB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Func(); func() </a:t>
            </a:r>
            <a:r>
              <a:rPr lang="en-GB" altLang="en-US"/>
              <a:t>are the same function</a:t>
            </a:r>
          </a:p>
        </p:txBody>
      </p:sp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itle 1"/>
          <p:cNvSpPr txBox="1">
            <a:spLocks/>
          </p:cNvSpPr>
          <p:nvPr/>
        </p:nvSpPr>
        <p:spPr bwMode="auto"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GB" altLang="en-US" sz="4400" dirty="0">
              <a:latin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D73C0-FF84-453E-ACE8-B16E68EB6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000" y="1518083"/>
            <a:ext cx="10290000" cy="4573750"/>
          </a:xfrm>
        </p:spPr>
        <p:txBody>
          <a:bodyPr/>
          <a:lstStyle/>
          <a:p>
            <a:pPr marL="114300" indent="0">
              <a:spcBef>
                <a:spcPts val="500"/>
              </a:spcBef>
              <a:spcAft>
                <a:spcPts val="500"/>
              </a:spcAft>
              <a:buNone/>
              <a:defRPr/>
            </a:pPr>
            <a:r>
              <a:rPr lang="en-US" dirty="0"/>
              <a:t>A function may be defined using syntax such as the following: </a:t>
            </a:r>
          </a:p>
          <a:p>
            <a:pPr marL="114300" indent="0">
              <a:spcBef>
                <a:spcPts val="500"/>
              </a:spcBef>
              <a:spcAft>
                <a:spcPts val="500"/>
              </a:spcAft>
              <a:buNone/>
              <a:defRPr/>
            </a:pPr>
            <a:endParaRPr lang="en-US" dirty="0"/>
          </a:p>
          <a:p>
            <a:pPr marL="114300" indent="0">
              <a:buNone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myfirst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($arg_1, $arg_2, ..., $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arg_n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 marL="114300" indent="0">
              <a:buNone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114300" indent="0">
              <a:buNone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echo "Example function.\n";</a:t>
            </a:r>
          </a:p>
          <a:p>
            <a:pPr marL="114300" indent="0">
              <a:buNone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return $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retval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114300" indent="0">
              <a:buNone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endParaRPr lang="en-US" dirty="0"/>
          </a:p>
          <a:p>
            <a:pPr marL="11430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B92EEB-1985-7F54-20AF-79DBFEC1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dirty="0">
                <a:latin typeface="Calibri" panose="020F0502020204030204" pitchFamily="34" charset="0"/>
              </a:rPr>
              <a:t>Functions</a:t>
            </a:r>
            <a:br>
              <a:rPr lang="en-GB" altLang="en-US" sz="3600" dirty="0">
                <a:latin typeface="Calibri" panose="020F0502020204030204" pitchFamily="34" charset="0"/>
              </a:rPr>
            </a:br>
            <a:endParaRPr lang="en-GB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00" name="Picture 4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839" y="5170489"/>
            <a:ext cx="2249487" cy="12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27269-E407-49B6-9BCF-2EF33C731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16" y="1118586"/>
            <a:ext cx="10770483" cy="5323489"/>
          </a:xfrm>
        </p:spPr>
        <p:txBody>
          <a:bodyPr/>
          <a:lstStyle/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&lt;?php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function tabulate($s) 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    echo "&lt;table border='1'&gt;&lt;tr&gt;";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    $words = explode(',', $s); //Split the string into an array using the comma as a delimiter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    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foreach ($words as $word) 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        echo "&lt;td&gt;$word&lt;/td&gt;";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    }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    echo "&lt;/tr&gt;&lt;/table&gt;";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114300" indent="0">
              <a:buNone/>
            </a:pPr>
            <a:b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// Call the function with sample inputs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tabulate("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this,is,the,cat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tabulate("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that,caught,the,rat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pPr marL="114300" indent="0">
              <a:buNone/>
            </a:pPr>
            <a:endParaRPr lang="en-US" sz="160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1600">
                <a:solidFill>
                  <a:schemeClr val="tx1"/>
                </a:solidFill>
                <a:latin typeface="Consolas" panose="020B0609020204030204" pitchFamily="49" charset="0"/>
              </a:rPr>
              <a:t>?&gt;</a:t>
            </a:r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11430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FB8D1C-76C3-EBF7-4019-23BAEB431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20" y="176116"/>
            <a:ext cx="10607759" cy="763600"/>
          </a:xfrm>
        </p:spPr>
        <p:txBody>
          <a:bodyPr/>
          <a:lstStyle/>
          <a:p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 function to tabulate a list of comma-separated values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NOTE: the rules on scoping are unusual.</a:t>
            </a:r>
          </a:p>
          <a:p>
            <a:pPr lvl="1" eaLnBrk="1" hangingPunct="1"/>
            <a:r>
              <a:rPr lang="en-GB" altLang="en-US" dirty="0"/>
              <a:t>The term </a:t>
            </a:r>
            <a:r>
              <a:rPr lang="en-GB" altLang="en-US" i="1" dirty="0"/>
              <a:t>scope</a:t>
            </a:r>
            <a:r>
              <a:rPr lang="en-GB" altLang="en-US" dirty="0"/>
              <a:t> refers to places within a script where a particular variable is visible.</a:t>
            </a:r>
          </a:p>
          <a:p>
            <a:pPr lvl="1" eaLnBrk="1" hangingPunct="1"/>
            <a:r>
              <a:rPr lang="en-GB" altLang="en-US" dirty="0"/>
              <a:t>Variables used inside functions are local to the function.</a:t>
            </a:r>
          </a:p>
          <a:p>
            <a:pPr lvl="1" eaLnBrk="1" hangingPunct="1"/>
            <a:r>
              <a:rPr lang="en-GB" altLang="en-US" dirty="0"/>
              <a:t>Variables declared outside functions are in scope from the statement in which they are declared to the end of the file in which they are used</a:t>
            </a:r>
          </a:p>
          <a:p>
            <a:pPr lvl="1" eaLnBrk="1" hangingPunct="1"/>
            <a:r>
              <a:rPr lang="en-GB" altLang="en-US" dirty="0"/>
              <a:t>Variables declared outside functions are not global to a function. </a:t>
            </a: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/>
              <a:t>Functions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Variables declared inside a function are in scope until the end of the function.</a:t>
            </a:r>
          </a:p>
          <a:p>
            <a:pPr eaLnBrk="1" hangingPunct="1"/>
            <a:endParaRPr lang="en-GB" altLang="en-US" dirty="0"/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&lt;?php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 create($data) 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echo "&lt;table&gt;;  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reset($data);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alt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$value </a:t>
            </a: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current($data);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GB" alt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$value</a:t>
            </a: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endParaRPr lang="en-GB" altLang="en-US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echo "&lt;tr&gt;&lt;td&gt;".$value."&lt;/td&gt;&lt;/tr&gt;";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GB" alt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$value </a:t>
            </a: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next($data);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echo "&lt;/table&gt;";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endParaRPr lang="en-GB" altLang="en-US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GB" alt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my_array</a:t>
            </a: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array('Line </a:t>
            </a:r>
            <a:r>
              <a:rPr lang="en-GB" alt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one.','Line</a:t>
            </a: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alt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two.','Line</a:t>
            </a: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three.');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create($</a:t>
            </a:r>
            <a:r>
              <a:rPr lang="en-GB" altLang="en-US" sz="11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my_array</a:t>
            </a:r>
            <a:r>
              <a:rPr lang="en-GB" alt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?&gt;</a:t>
            </a:r>
          </a:p>
          <a:p>
            <a:pPr marL="114300" indent="0" eaLnBrk="1" hangingPunct="1">
              <a:buNone/>
            </a:pPr>
            <a:endParaRPr lang="en-GB" altLang="en-US" dirty="0"/>
          </a:p>
        </p:txBody>
      </p:sp>
      <p:sp>
        <p:nvSpPr>
          <p:cNvPr id="1126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/>
              <a:t>Functions</a:t>
            </a:r>
          </a:p>
        </p:txBody>
      </p:sp>
      <p:sp>
        <p:nvSpPr>
          <p:cNvPr id="28676" name="Rectangle 3">
            <a:hlinkClick r:id="rId2"/>
          </p:cNvPr>
          <p:cNvSpPr>
            <a:spLocks noChangeArrowheads="1"/>
          </p:cNvSpPr>
          <p:nvPr/>
        </p:nvSpPr>
        <p:spPr bwMode="auto">
          <a:xfrm>
            <a:off x="1952625" y="2781300"/>
            <a:ext cx="8280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2"/>
          <p:cNvSpPr>
            <a:spLocks noGrp="1"/>
          </p:cNvSpPr>
          <p:nvPr>
            <p:ph idx="1"/>
          </p:nvPr>
        </p:nvSpPr>
        <p:spPr>
          <a:xfrm>
            <a:off x="951000" y="958788"/>
            <a:ext cx="10290000" cy="5353235"/>
          </a:xfrm>
        </p:spPr>
        <p:txBody>
          <a:bodyPr>
            <a:normAutofit/>
          </a:bodyPr>
          <a:lstStyle/>
          <a:p>
            <a:pPr marL="365760" indent="-256032">
              <a:buFont typeface="Wingdings 3"/>
              <a:buChar char=""/>
              <a:defRPr/>
            </a:pPr>
            <a:r>
              <a:rPr lang="en-GB" altLang="en-US" dirty="0"/>
              <a:t>Global variables are not know inside functions</a:t>
            </a:r>
          </a:p>
        </p:txBody>
      </p:sp>
      <p:sp>
        <p:nvSpPr>
          <p:cNvPr id="12292" name="Title 1"/>
          <p:cNvSpPr>
            <a:spLocks noGrp="1"/>
          </p:cNvSpPr>
          <p:nvPr>
            <p:ph type="title"/>
          </p:nvPr>
        </p:nvSpPr>
        <p:spPr>
          <a:xfrm>
            <a:off x="951000" y="218889"/>
            <a:ext cx="10290000" cy="587363"/>
          </a:xfrm>
        </p:spPr>
        <p:txBody>
          <a:bodyPr/>
          <a:lstStyle/>
          <a:p>
            <a:pPr>
              <a:defRPr/>
            </a:pPr>
            <a:r>
              <a:rPr lang="en-GB" altLang="en-US" dirty="0"/>
              <a:t>Functions</a:t>
            </a:r>
          </a:p>
        </p:txBody>
      </p:sp>
      <p:sp>
        <p:nvSpPr>
          <p:cNvPr id="29700" name="Rectangle 3">
            <a:hlinkClick r:id="rId2"/>
          </p:cNvPr>
          <p:cNvSpPr>
            <a:spLocks noChangeArrowheads="1"/>
          </p:cNvSpPr>
          <p:nvPr/>
        </p:nvSpPr>
        <p:spPr bwMode="auto">
          <a:xfrm>
            <a:off x="2428738" y="1694121"/>
            <a:ext cx="8459787" cy="477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&lt;?php //</a:t>
            </a:r>
            <a:r>
              <a:rPr lang="en-GB" altLang="en-US" sz="16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calculateprice.php</a:t>
            </a:r>
            <a:endParaRPr lang="en-GB" altLang="en-US" sz="1600" b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Define a tax rate: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</a:t>
            </a: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$tax </a:t>
            </a: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10.00;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This function performs the calculations.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GB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calculateprice</a:t>
            </a: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($quantity, $price)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$total = $quantity * $price; // Calculation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$</a:t>
            </a:r>
            <a:r>
              <a:rPr lang="en-GB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taxrate</a:t>
            </a: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$tax </a:t>
            </a: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 100) + 1;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echo "tax = " . </a:t>
            </a: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$tax </a:t>
            </a: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. "&lt;</a:t>
            </a:r>
            <a:r>
              <a:rPr lang="en-GB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&gt;";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$</a:t>
            </a:r>
            <a:r>
              <a:rPr lang="en-GB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totaltax</a:t>
            </a: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$total * $</a:t>
            </a:r>
            <a:r>
              <a:rPr lang="en-GB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taxrate</a:t>
            </a: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// Add the tax.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$</a:t>
            </a:r>
            <a:r>
              <a:rPr lang="en-GB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totalprice</a:t>
            </a: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number_format</a:t>
            </a: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($</a:t>
            </a:r>
            <a:r>
              <a:rPr lang="en-GB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totaltax</a:t>
            </a: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2); // Formatting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 $</a:t>
            </a:r>
            <a:r>
              <a:rPr lang="en-GB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totalprice</a:t>
            </a: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// Return the value.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// End of function.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</a:t>
            </a:r>
            <a:r>
              <a:rPr lang="en-GB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calculateprice</a:t>
            </a: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(100, 10)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</a:t>
            </a: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$tax </a:t>
            </a: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11.00;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?&gt;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altLang="en-US" dirty="0"/>
              <a:t>Variables created within a function can be made global by using the keyword global.</a:t>
            </a:r>
          </a:p>
          <a:p>
            <a:pPr eaLnBrk="1" hangingPunct="1"/>
            <a:endParaRPr lang="en-GB" altLang="en-US" dirty="0"/>
          </a:p>
        </p:txBody>
      </p:sp>
      <p:sp>
        <p:nvSpPr>
          <p:cNvPr id="133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/>
              <a:t>Functions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2100263" y="2997200"/>
            <a:ext cx="7993062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&lt;?php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GB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calculateprice</a:t>
            </a: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($quantity, $price)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global </a:t>
            </a: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$tax</a:t>
            </a: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……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……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?&gt;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EB30D1-85F5-43B3-9E21-C52818ADB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967" y="1465611"/>
            <a:ext cx="10290000" cy="4979577"/>
          </a:xfrm>
        </p:spPr>
        <p:txBody>
          <a:bodyPr/>
          <a:lstStyle/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&lt;?php //</a:t>
            </a:r>
            <a:r>
              <a:rPr lang="en-GB" altLang="en-US" sz="16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globalcalculateprice.php</a:t>
            </a:r>
            <a:r>
              <a:rPr lang="en-GB" altLang="en-US" sz="16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// Define a tax rate: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echo $tax 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= 10.00;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// This function performs the calculations.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function </a:t>
            </a:r>
            <a:r>
              <a:rPr lang="en-GB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calculateprice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($quantity, $price) 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global </a:t>
            </a: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$tax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$total = $quantity * $price; // Calculation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$</a:t>
            </a:r>
            <a:r>
              <a:rPr lang="en-GB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taxrate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= (</a:t>
            </a: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$tax 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/ 100) + 1;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echo "tax = " . </a:t>
            </a: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$tax 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. "&lt;</a:t>
            </a:r>
            <a:r>
              <a:rPr lang="en-GB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br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&gt;";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$total = $total * $</a:t>
            </a:r>
            <a:r>
              <a:rPr lang="en-GB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taxrate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; // Add the tax.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$total = </a:t>
            </a:r>
            <a:r>
              <a:rPr lang="en-GB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number_format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($total, 2); // Formatting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return $total; // Return the value.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} // End of function.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echo </a:t>
            </a:r>
            <a:r>
              <a:rPr lang="en-GB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calculateprice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(100, 10)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?&gt;</a:t>
            </a:r>
          </a:p>
          <a:p>
            <a:pPr marL="114300" indent="0">
              <a:buNone/>
            </a:pPr>
            <a:endParaRPr lang="en-GB" dirty="0"/>
          </a:p>
        </p:txBody>
      </p:sp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/>
              <a:t>Functions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64074A-7808-480B-8296-612DB4C2D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&lt;?php //</a:t>
            </a:r>
            <a:r>
              <a:rPr lang="en-GB" altLang="en-US" sz="16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calculate.php</a:t>
            </a:r>
            <a:endParaRPr lang="en-GB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include(</a:t>
            </a:r>
            <a:r>
              <a:rPr lang="en-GB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globalcalculateprice.php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$tax 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= 20.00;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echo </a:t>
            </a: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$tax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echo </a:t>
            </a:r>
            <a:r>
              <a:rPr lang="en-GB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calculateprice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(100, 10);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?&gt;</a:t>
            </a:r>
          </a:p>
          <a:p>
            <a:pPr marL="114300" indent="0">
              <a:buNone/>
            </a:pPr>
            <a:endParaRPr lang="en-GB" dirty="0"/>
          </a:p>
        </p:txBody>
      </p:sp>
      <p:sp>
        <p:nvSpPr>
          <p:cNvPr id="1536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Functions</a:t>
            </a:r>
          </a:p>
        </p:txBody>
      </p:sp>
      <p:sp>
        <p:nvSpPr>
          <p:cNvPr id="32772" name="Rectangle 3">
            <a:hlinkClick r:id="rId2"/>
          </p:cNvPr>
          <p:cNvSpPr>
            <a:spLocks noChangeArrowheads="1"/>
          </p:cNvSpPr>
          <p:nvPr/>
        </p:nvSpPr>
        <p:spPr bwMode="auto">
          <a:xfrm>
            <a:off x="2006601" y="3068639"/>
            <a:ext cx="50974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en-GB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EDC324-7071-4EFC-B484-C02DA37EE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&lt;?php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function increment(</a:t>
            </a: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$value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, $amount = 1) 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   </a:t>
            </a: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$value 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= </a:t>
            </a: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$value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+ $amount;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$value 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= 8.75;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increment(</a:t>
            </a: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$value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echo </a:t>
            </a: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$value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?&gt;</a:t>
            </a:r>
          </a:p>
          <a:p>
            <a:pPr marL="114300" indent="0">
              <a:buNone/>
            </a:pPr>
            <a:endParaRPr lang="en-GB" dirty="0"/>
          </a:p>
        </p:txBody>
      </p:sp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/>
              <a:t>Pass by Value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ED510B-71D8-4FB2-A4BE-03B4F7EF4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&lt;?php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function increment(&amp;</a:t>
            </a: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$value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, $amount = 1) 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   </a:t>
            </a: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$value 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= </a:t>
            </a: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$value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+ $amount;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</a:t>
            </a:r>
            <a:r>
              <a:rPr lang="en-GB" alt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refvalue</a:t>
            </a: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= 8.75;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increment(</a:t>
            </a: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</a:t>
            </a:r>
            <a:r>
              <a:rPr lang="en-GB" alt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refvalue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echo </a:t>
            </a:r>
            <a:r>
              <a:rPr lang="en-GB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</a:t>
            </a:r>
            <a:r>
              <a:rPr lang="en-GB" alt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refvalue</a:t>
            </a: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?&gt;</a:t>
            </a:r>
          </a:p>
          <a:p>
            <a:pPr marL="114300" indent="0">
              <a:buNone/>
            </a:pPr>
            <a:endParaRPr lang="en-GB" dirty="0"/>
          </a:p>
        </p:txBody>
      </p:sp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Pass by Reference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Objects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Creating an object in PHP is not much different to creating an object in any other programming language.</a:t>
            </a:r>
          </a:p>
          <a:p>
            <a:pPr eaLnBrk="1" hangingPunct="1"/>
            <a:r>
              <a:rPr lang="en-GB" altLang="en-US" dirty="0"/>
              <a:t>Solves the issue of function orientated / procedural programming in web scripts.</a:t>
            </a:r>
          </a:p>
          <a:p>
            <a:pPr eaLnBrk="1" hangingPunct="1"/>
            <a:r>
              <a:rPr lang="en-GB" altLang="en-US" dirty="0"/>
              <a:t>We can now implement OO principles that are not available in other web scripting languages.</a:t>
            </a:r>
          </a:p>
        </p:txBody>
      </p:sp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/>
              <a:t>Object Orientated PHP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111B3-5F59-4B01-9BAC-55A0DF759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&lt;?php </a:t>
            </a:r>
            <a:r>
              <a:rPr lang="en-GB" altLang="en-US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//ow-</a:t>
            </a:r>
            <a:r>
              <a:rPr lang="en-GB" altLang="en-US" sz="14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do.php</a:t>
            </a:r>
            <a:endParaRPr lang="en-GB" altLang="en-US" sz="1400" b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class HelloWorld 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   function 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say_hello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($language = ‘Yorkshire') 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   {</a:t>
            </a:r>
          </a:p>
          <a:p>
            <a:pPr marL="0" lvl="1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switch ($language) 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    case 'French':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	echo 'Bonjour, monde!';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	break;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    case 'German':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	echo 'Hallo, Welt!';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	break;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    default: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	echo ‘ow-do, world!';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	break;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} // End of switch.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   } </a:t>
            </a:r>
            <a:r>
              <a:rPr lang="en-GB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// End of </a:t>
            </a:r>
            <a:r>
              <a:rPr lang="en-GB" altLang="en-US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say_hello</a:t>
            </a:r>
            <a:r>
              <a:rPr lang="en-GB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() function.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} </a:t>
            </a:r>
            <a:r>
              <a:rPr lang="en-GB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// End of HelloWorld class.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?&gt;</a:t>
            </a:r>
          </a:p>
          <a:p>
            <a:pPr marL="114300" indent="0">
              <a:buNone/>
            </a:pPr>
            <a:endParaRPr lang="en-GB" dirty="0"/>
          </a:p>
        </p:txBody>
      </p:sp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/>
              <a:t>Object Orientated PHP</a:t>
            </a:r>
          </a:p>
        </p:txBody>
      </p:sp>
      <p:sp>
        <p:nvSpPr>
          <p:cNvPr id="2" name="Rectangle 1">
            <a:hlinkClick r:id="rId2"/>
          </p:cNvPr>
          <p:cNvSpPr>
            <a:spLocks noChangeArrowheads="1"/>
          </p:cNvSpPr>
          <p:nvPr/>
        </p:nvSpPr>
        <p:spPr bwMode="auto">
          <a:xfrm>
            <a:off x="7623915" y="2733290"/>
            <a:ext cx="31750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&lt;?php </a:t>
            </a:r>
            <a:r>
              <a:rPr lang="en-GB" altLang="en-US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GB" altLang="en-US" sz="14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testhelloworld.php</a:t>
            </a:r>
            <a:endParaRPr lang="en-GB" altLang="en-US" sz="1400" b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include(“ow-</a:t>
            </a:r>
            <a:r>
              <a:rPr lang="en-GB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do.php</a:t>
            </a:r>
            <a:r>
              <a:rPr lang="en-GB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$hello = new HelloWorld();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$hello-&gt;</a:t>
            </a:r>
            <a:r>
              <a:rPr lang="en-GB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say_hello</a:t>
            </a:r>
            <a:r>
              <a:rPr lang="en-GB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?&gt;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D47327-FD64-46B7-BC95-51D5A611C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&lt;?php </a:t>
            </a:r>
            <a:r>
              <a:rPr lang="en-GB" altLang="en-US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//testhelloworld2.php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// Include the class definition: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Require_once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(“ow-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do.php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”);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// Create the object: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obj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= new HelloWorld();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// Say hello in different languages: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obj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-&gt;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say_hello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(‘German');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obj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-&gt;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say_hello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('Dutch');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obj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-&gt;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say_hello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('French');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// Delete the object: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unset($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obj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?&gt;</a:t>
            </a:r>
          </a:p>
          <a:p>
            <a:pPr marL="114300" indent="0">
              <a:buNone/>
            </a:pPr>
            <a:endParaRPr lang="en-GB" dirty="0"/>
          </a:p>
        </p:txBody>
      </p:sp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Object Orientated PHP</a:t>
            </a:r>
          </a:p>
        </p:txBody>
      </p:sp>
      <p:sp>
        <p:nvSpPr>
          <p:cNvPr id="38915" name="Rectangle 3">
            <a:hlinkClick r:id="rId2"/>
          </p:cNvPr>
          <p:cNvSpPr>
            <a:spLocks noChangeArrowheads="1"/>
          </p:cNvSpPr>
          <p:nvPr/>
        </p:nvSpPr>
        <p:spPr bwMode="auto">
          <a:xfrm>
            <a:off x="1992314" y="1773239"/>
            <a:ext cx="431958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b="1" dirty="0">
                <a:cs typeface="Courier New" panose="02070309020205020404" pitchFamily="49" charset="0"/>
              </a:rPr>
              <a:t>require() </a:t>
            </a:r>
            <a:r>
              <a:rPr lang="en-GB" altLang="en-US" dirty="0"/>
              <a:t>will produce a fatal compile error and will halt the script.</a:t>
            </a:r>
          </a:p>
          <a:p>
            <a:pPr eaLnBrk="1" hangingPunct="1"/>
            <a:r>
              <a:rPr lang="en-GB" altLang="en-US" b="1" dirty="0">
                <a:cs typeface="Courier New" panose="02070309020205020404" pitchFamily="49" charset="0"/>
              </a:rPr>
              <a:t>include() </a:t>
            </a:r>
            <a:r>
              <a:rPr lang="en-GB" altLang="en-US" dirty="0"/>
              <a:t>only emits a warning which allows the script to continue. </a:t>
            </a:r>
          </a:p>
          <a:p>
            <a:pPr eaLnBrk="1" hangingPunct="1"/>
            <a:r>
              <a:rPr lang="en-GB" altLang="en-US" dirty="0"/>
              <a:t>The </a:t>
            </a:r>
            <a:r>
              <a:rPr lang="en-GB" altLang="en-US" b="1" dirty="0" err="1">
                <a:cs typeface="Courier New" panose="02070309020205020404" pitchFamily="49" charset="0"/>
              </a:rPr>
              <a:t>require_once</a:t>
            </a:r>
            <a:r>
              <a:rPr lang="en-GB" altLang="en-US" b="1" dirty="0">
                <a:cs typeface="Courier New" panose="02070309020205020404" pitchFamily="49" charset="0"/>
              </a:rPr>
              <a:t>()</a:t>
            </a:r>
            <a:r>
              <a:rPr lang="en-GB" altLang="en-US" dirty="0">
                <a:cs typeface="Courier New" panose="02070309020205020404" pitchFamily="49" charset="0"/>
              </a:rPr>
              <a:t> </a:t>
            </a:r>
            <a:r>
              <a:rPr lang="en-GB" altLang="en-US" dirty="0"/>
              <a:t>statement will check if the file has already been included, and if so, not include it again.</a:t>
            </a:r>
          </a:p>
          <a:p>
            <a:pPr eaLnBrk="1" hangingPunct="1"/>
            <a:r>
              <a:rPr lang="en-GB" altLang="en-US" b="1" dirty="0">
                <a:cs typeface="Courier New" panose="02070309020205020404" pitchFamily="49" charset="0"/>
              </a:rPr>
              <a:t>$</a:t>
            </a:r>
            <a:r>
              <a:rPr lang="en-GB" altLang="en-US" b="1" dirty="0" err="1">
                <a:cs typeface="Courier New" panose="02070309020205020404" pitchFamily="49" charset="0"/>
              </a:rPr>
              <a:t>obj</a:t>
            </a:r>
            <a:r>
              <a:rPr lang="en-GB" altLang="en-US" b="1" dirty="0">
                <a:cs typeface="Courier New" panose="02070309020205020404" pitchFamily="49" charset="0"/>
              </a:rPr>
              <a:t>-&gt;</a:t>
            </a:r>
            <a:r>
              <a:rPr lang="en-GB" altLang="en-US" b="1" dirty="0" err="1">
                <a:cs typeface="Courier New" panose="02070309020205020404" pitchFamily="49" charset="0"/>
              </a:rPr>
              <a:t>say_hello</a:t>
            </a:r>
            <a:r>
              <a:rPr lang="en-GB" altLang="en-US" b="1" dirty="0">
                <a:cs typeface="Courier New" panose="02070309020205020404" pitchFamily="49" charset="0"/>
              </a:rPr>
              <a:t>(); </a:t>
            </a:r>
            <a:r>
              <a:rPr lang="en-GB" altLang="en-US" dirty="0">
                <a:cs typeface="Courier New" panose="02070309020205020404" pitchFamily="49" charset="0"/>
              </a:rPr>
              <a:t>The pointer is similar to the dot notation in Java</a:t>
            </a:r>
          </a:p>
          <a:p>
            <a:pPr eaLnBrk="1" hangingPunct="1"/>
            <a:r>
              <a:rPr lang="en-GB" altLang="en-US" b="1" dirty="0">
                <a:cs typeface="Courier New" panose="02070309020205020404" pitchFamily="49" charset="0"/>
              </a:rPr>
              <a:t>unset($</a:t>
            </a:r>
            <a:r>
              <a:rPr lang="en-GB" altLang="en-US" b="1" dirty="0" err="1">
                <a:cs typeface="Courier New" panose="02070309020205020404" pitchFamily="49" charset="0"/>
              </a:rPr>
              <a:t>obj</a:t>
            </a:r>
            <a:r>
              <a:rPr lang="en-GB" altLang="en-US" b="1" dirty="0">
                <a:cs typeface="Courier New" panose="02070309020205020404" pitchFamily="49" charset="0"/>
              </a:rPr>
              <a:t>);</a:t>
            </a:r>
            <a:r>
              <a:rPr lang="en-GB" altLang="en-US" dirty="0">
                <a:cs typeface="Courier New" panose="02070309020205020404" pitchFamily="49" charset="0"/>
              </a:rPr>
              <a:t> If we do not need a variable again we can clean it up to save resources</a:t>
            </a:r>
          </a:p>
          <a:p>
            <a:pPr lvl="1" eaLnBrk="1" hangingPunct="1"/>
            <a:r>
              <a:rPr lang="en-GB" altLang="en-US" dirty="0">
                <a:cs typeface="Courier New" panose="02070309020205020404" pitchFamily="49" charset="0"/>
                <a:hlinkClick r:id="rId2"/>
              </a:rPr>
              <a:t>http://php.net/manual/en/function.unset.php</a:t>
            </a:r>
            <a:endParaRPr lang="en-GB" altLang="en-US" dirty="0">
              <a:cs typeface="Courier New" panose="02070309020205020404" pitchFamily="49" charset="0"/>
            </a:endParaRPr>
          </a:p>
        </p:txBody>
      </p:sp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/>
              <a:t>Object Orientated PHP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DD469F-366D-4686-92BB-EE28DB4A4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&lt;?php //</a:t>
            </a:r>
            <a:r>
              <a:rPr lang="en-GB" altLang="en-US" sz="14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constructordemo.php</a:t>
            </a:r>
            <a:endParaRPr lang="en-GB" altLang="en-US" sz="1400" b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// Define the class: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class Demo 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   public $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i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= 5;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   function __construct(){echo "Construct $this-&gt;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i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";} </a:t>
            </a:r>
            <a:r>
              <a:rPr lang="en-GB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// Constructor: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} </a:t>
            </a:r>
            <a:r>
              <a:rPr lang="en-GB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// End of Demo class.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// Create the object: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$o = new Demo();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echo "&lt;p&gt;";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echo "Print 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i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= " . $o-&gt;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i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echo "&lt;p&gt;";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// Delete the object: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unset($o-&gt;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i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unset($o);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echo "print again =" . $o-&gt;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i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?&gt;</a:t>
            </a:r>
          </a:p>
          <a:p>
            <a:pPr marL="114300" indent="0">
              <a:buNone/>
            </a:pPr>
            <a:endParaRPr lang="en-GB" dirty="0"/>
          </a:p>
        </p:txBody>
      </p:sp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Object Orientated PHP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BCAEB6-E62D-4233-B4E3-65DC14DA3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&lt;?php 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class User 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   	private $user = "";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   	private $valid;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   	function _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Consrtuct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() { $</a:t>
            </a:r>
            <a:r>
              <a:rPr lang="en-GB" altLang="en-US" sz="1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this-&gt;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valid = False; 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   	function 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setValid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($valid){ $</a:t>
            </a:r>
            <a:r>
              <a:rPr lang="en-GB" altLang="en-US" sz="1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this-&gt;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valid = $valid; 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   	function 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getValid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() { return $</a:t>
            </a:r>
            <a:r>
              <a:rPr lang="en-GB" altLang="en-US" sz="1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this-&gt;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valid; 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GB" altLang="en-US" sz="1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   	function 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setUser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($user) { $</a:t>
            </a:r>
            <a:r>
              <a:rPr lang="en-GB" altLang="en-US" sz="1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this-&gt;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user = $user; 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   	function </a:t>
            </a:r>
            <a:r>
              <a:rPr lang="en-GB" alt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getUser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() { return $</a:t>
            </a:r>
            <a:r>
              <a:rPr lang="en-GB" altLang="en-US" sz="1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this-&gt;</a:t>
            </a: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user; 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?&gt;</a:t>
            </a:r>
          </a:p>
          <a:p>
            <a:pPr marL="114300" indent="0">
              <a:buNone/>
            </a:pPr>
            <a:endParaRPr lang="en-GB" dirty="0"/>
          </a:p>
        </p:txBody>
      </p:sp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Object Orientated PHP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2BD7A5-F9CC-49BF-AC03-B6C621F8A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&lt;?php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class Calculator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$value;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function </a:t>
            </a:r>
            <a:r>
              <a:rPr lang="en-GB" alt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setValue</a:t>
            </a:r>
            <a:r>
              <a:rPr lang="en-GB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 $value )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	$this-&gt;value = $value;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function </a:t>
            </a:r>
            <a:r>
              <a:rPr lang="en-GB" alt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getValue</a:t>
            </a:r>
            <a:r>
              <a:rPr lang="en-GB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()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{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	return $this-&gt;value;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}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}</a:t>
            </a:r>
          </a:p>
          <a:p>
            <a:pPr marL="114300" indent="0">
              <a:buNone/>
            </a:pPr>
            <a:endParaRPr lang="en-GB" dirty="0"/>
          </a:p>
        </p:txBody>
      </p:sp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Object Orientated PHP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MySQL Connections</a:t>
            </a:r>
          </a:p>
        </p:txBody>
      </p:sp>
    </p:spTree>
    <p:extLst>
      <p:ext uri="{BB962C8B-B14F-4D97-AF65-F5344CB8AC3E}">
        <p14:creationId xmlns:p14="http://schemas.microsoft.com/office/powerpoint/2010/main" val="32207679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FA3D1A-C4CC-49B0-E189-3781762B0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MySQL</a:t>
            </a:r>
          </a:p>
          <a:p>
            <a:r>
              <a:rPr lang="en-GB" dirty="0" err="1"/>
              <a:t>MySQLi</a:t>
            </a:r>
            <a:endParaRPr lang="en-GB" dirty="0"/>
          </a:p>
          <a:p>
            <a:r>
              <a:rPr lang="en-GB" dirty="0"/>
              <a:t>PDO (PHP Data Object)</a:t>
            </a:r>
          </a:p>
        </p:txBody>
      </p:sp>
      <p:sp>
        <p:nvSpPr>
          <p:cNvPr id="41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latin typeface="Comic Sans MS" pitchFamily="66" charset="0"/>
              </a:rPr>
              <a:t>Types of Connections</a:t>
            </a:r>
            <a:endParaRPr lang="en-GB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16628D-ABC3-2FA0-B716-2692CB6F4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Unsafe</a:t>
            </a:r>
          </a:p>
          <a:p>
            <a:r>
              <a:rPr lang="en-GB" dirty="0"/>
              <a:t>SQL injections</a:t>
            </a:r>
          </a:p>
          <a:p>
            <a:r>
              <a:rPr lang="en-GB" dirty="0"/>
              <a:t>Obsolete.</a:t>
            </a:r>
          </a:p>
        </p:txBody>
      </p:sp>
      <p:sp>
        <p:nvSpPr>
          <p:cNvPr id="51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/>
              <a:t>MySQL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16628D-ABC3-2FA0-B716-2692CB6F4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Safe and Secure</a:t>
            </a:r>
          </a:p>
          <a:p>
            <a:r>
              <a:rPr lang="en-GB" dirty="0"/>
              <a:t>Faster</a:t>
            </a:r>
          </a:p>
          <a:p>
            <a:r>
              <a:rPr lang="en-GB" dirty="0"/>
              <a:t>Better set of Functions and extension.</a:t>
            </a:r>
          </a:p>
          <a:p>
            <a:r>
              <a:rPr lang="en-GB" dirty="0"/>
              <a:t>Supports MYSQL from version 4.1.13 to latest.</a:t>
            </a:r>
          </a:p>
        </p:txBody>
      </p:sp>
      <p:sp>
        <p:nvSpPr>
          <p:cNvPr id="51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 err="1"/>
              <a:t>MySQLi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1781486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16628D-ABC3-2FA0-B716-2692CB6F4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Database abstraction layer</a:t>
            </a:r>
          </a:p>
          <a:p>
            <a:r>
              <a:rPr lang="en-GB" dirty="0"/>
              <a:t>Acts as interface between MySQL and backend</a:t>
            </a:r>
          </a:p>
          <a:p>
            <a:r>
              <a:rPr lang="en-GB" dirty="0"/>
              <a:t>Works with multiple databases</a:t>
            </a:r>
          </a:p>
          <a:p>
            <a:r>
              <a:rPr lang="en-GB" dirty="0"/>
              <a:t>Keeps source code simple and portable.</a:t>
            </a:r>
          </a:p>
        </p:txBody>
      </p:sp>
      <p:sp>
        <p:nvSpPr>
          <p:cNvPr id="51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/>
              <a:t>PDO – PHP Data Objects</a:t>
            </a:r>
          </a:p>
        </p:txBody>
      </p:sp>
    </p:spTree>
    <p:extLst>
      <p:ext uri="{BB962C8B-B14F-4D97-AF65-F5344CB8AC3E}">
        <p14:creationId xmlns:p14="http://schemas.microsoft.com/office/powerpoint/2010/main" val="20047672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16628D-ABC3-2FA0-B716-2692CB6F4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Mysqli_connect</a:t>
            </a:r>
            <a:r>
              <a:rPr lang="en-GB" dirty="0"/>
              <a:t>() or invoke </a:t>
            </a:r>
            <a:r>
              <a:rPr lang="en-GB" dirty="0" err="1"/>
              <a:t>MySQli</a:t>
            </a:r>
            <a:r>
              <a:rPr lang="en-GB" dirty="0"/>
              <a:t> constructor</a:t>
            </a:r>
          </a:p>
          <a:p>
            <a:r>
              <a:rPr lang="en-GB" dirty="0"/>
              <a:t>Establishes a connection to MySQL database.</a:t>
            </a:r>
          </a:p>
          <a:p>
            <a:endParaRPr lang="en-GB" dirty="0"/>
          </a:p>
          <a:p>
            <a:r>
              <a:rPr lang="en-GB" dirty="0"/>
              <a:t>Function arguments required,</a:t>
            </a:r>
          </a:p>
          <a:p>
            <a:pPr lvl="1"/>
            <a:r>
              <a:rPr lang="en-GB" dirty="0"/>
              <a:t>Host = “localhost”</a:t>
            </a:r>
          </a:p>
          <a:p>
            <a:pPr lvl="1"/>
            <a:r>
              <a:rPr lang="en-GB" dirty="0"/>
              <a:t>Username = “u2100011”</a:t>
            </a:r>
          </a:p>
          <a:p>
            <a:pPr lvl="1"/>
            <a:r>
              <a:rPr lang="en-GB" dirty="0"/>
              <a:t>Password = “</a:t>
            </a:r>
            <a:r>
              <a:rPr lang="en-GB" dirty="0" err="1"/>
              <a:t>your_password</a:t>
            </a:r>
            <a:r>
              <a:rPr lang="en-GB" dirty="0"/>
              <a:t>”</a:t>
            </a:r>
          </a:p>
          <a:p>
            <a:pPr lvl="1"/>
            <a:r>
              <a:rPr lang="en-GB" dirty="0"/>
              <a:t>Database = “</a:t>
            </a:r>
            <a:r>
              <a:rPr lang="en-GB" dirty="0" err="1"/>
              <a:t>Db_Name</a:t>
            </a:r>
            <a:r>
              <a:rPr lang="en-GB" dirty="0"/>
              <a:t>”</a:t>
            </a:r>
          </a:p>
        </p:txBody>
      </p:sp>
      <p:sp>
        <p:nvSpPr>
          <p:cNvPr id="51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 err="1"/>
              <a:t>MySQLi</a:t>
            </a:r>
            <a:r>
              <a:rPr lang="en-GB" altLang="en-US" dirty="0"/>
              <a:t> - Functions</a:t>
            </a:r>
          </a:p>
        </p:txBody>
      </p:sp>
    </p:spTree>
    <p:extLst>
      <p:ext uri="{BB962C8B-B14F-4D97-AF65-F5344CB8AC3E}">
        <p14:creationId xmlns:p14="http://schemas.microsoft.com/office/powerpoint/2010/main" val="42119315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16628D-ABC3-2FA0-B716-2692CB6F4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Prepare an SQL statement for execution </a:t>
            </a:r>
          </a:p>
          <a:p>
            <a:r>
              <a:rPr lang="en-GB" dirty="0"/>
              <a:t>Returns FALSE if there is an error</a:t>
            </a:r>
          </a:p>
          <a:p>
            <a:endParaRPr lang="en-GB" dirty="0"/>
          </a:p>
          <a:p>
            <a:r>
              <a:rPr lang="en-GB" dirty="0"/>
              <a:t>Connection -&gt; prepare(query)</a:t>
            </a:r>
          </a:p>
        </p:txBody>
      </p:sp>
      <p:sp>
        <p:nvSpPr>
          <p:cNvPr id="51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 err="1"/>
              <a:t>MySQLi</a:t>
            </a:r>
            <a:r>
              <a:rPr lang="en-GB" altLang="en-US" dirty="0"/>
              <a:t> - Prepare</a:t>
            </a:r>
          </a:p>
        </p:txBody>
      </p:sp>
    </p:spTree>
    <p:extLst>
      <p:ext uri="{BB962C8B-B14F-4D97-AF65-F5344CB8AC3E}">
        <p14:creationId xmlns:p14="http://schemas.microsoft.com/office/powerpoint/2010/main" val="17956087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16628D-ABC3-2FA0-B716-2692CB6F4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binds variables to a prepared  statement as parameters</a:t>
            </a:r>
          </a:p>
          <a:p>
            <a:r>
              <a:rPr lang="en-GB" dirty="0"/>
              <a:t>The concept of the prepared statement is to send a  template of the query to be executed and then send  the data separately</a:t>
            </a:r>
          </a:p>
          <a:p>
            <a:r>
              <a:rPr lang="en-GB" spc="65" dirty="0">
                <a:solidFill>
                  <a:srgbClr val="050505"/>
                </a:solidFill>
                <a:cs typeface="Times New Roman"/>
              </a:rPr>
              <a:t>Prevents </a:t>
            </a:r>
            <a:r>
              <a:rPr lang="en-GB" spc="-45" dirty="0">
                <a:solidFill>
                  <a:srgbClr val="050505"/>
                </a:solidFill>
                <a:cs typeface="Times New Roman"/>
              </a:rPr>
              <a:t>hackers </a:t>
            </a:r>
            <a:r>
              <a:rPr lang="en-GB" spc="75" dirty="0">
                <a:solidFill>
                  <a:srgbClr val="050505"/>
                </a:solidFill>
                <a:cs typeface="Times New Roman"/>
              </a:rPr>
              <a:t>from interfering </a:t>
            </a:r>
            <a:r>
              <a:rPr lang="en-GB" spc="100" dirty="0">
                <a:solidFill>
                  <a:srgbClr val="050505"/>
                </a:solidFill>
                <a:cs typeface="Times New Roman"/>
              </a:rPr>
              <a:t>with </a:t>
            </a:r>
            <a:r>
              <a:rPr lang="en-GB" spc="95" dirty="0">
                <a:solidFill>
                  <a:srgbClr val="050505"/>
                </a:solidFill>
                <a:cs typeface="Times New Roman"/>
              </a:rPr>
              <a:t>the</a:t>
            </a:r>
            <a:r>
              <a:rPr lang="en-GB" spc="-55" dirty="0">
                <a:solidFill>
                  <a:srgbClr val="050505"/>
                </a:solidFill>
                <a:cs typeface="Times New Roman"/>
              </a:rPr>
              <a:t> </a:t>
            </a:r>
            <a:r>
              <a:rPr lang="en-GB" spc="110" dirty="0">
                <a:solidFill>
                  <a:srgbClr val="050505"/>
                </a:solidFill>
                <a:cs typeface="Times New Roman"/>
              </a:rPr>
              <a:t>query</a:t>
            </a:r>
            <a:endParaRPr lang="en-GB" dirty="0">
              <a:cs typeface="Times New Roman"/>
            </a:endParaRPr>
          </a:p>
          <a:p>
            <a:r>
              <a:rPr lang="en-GB" b="1" dirty="0" err="1"/>
              <a:t>Bind_param</a:t>
            </a:r>
            <a:r>
              <a:rPr lang="en-GB" b="1" dirty="0"/>
              <a:t> </a:t>
            </a:r>
            <a:r>
              <a:rPr lang="en-GB" dirty="0"/>
              <a:t>(</a:t>
            </a:r>
            <a:r>
              <a:rPr lang="en-GB" dirty="0" err="1"/>
              <a:t>sssd</a:t>
            </a:r>
            <a:r>
              <a:rPr lang="en-GB" dirty="0"/>
              <a:t>,	represents characters  which specify the types for the corresponding  bound variables)</a:t>
            </a:r>
          </a:p>
          <a:p>
            <a:pPr marL="696595" lvl="1" indent="-257175">
              <a:lnSpc>
                <a:spcPct val="100000"/>
              </a:lnSpc>
              <a:spcBef>
                <a:spcPts val="95"/>
              </a:spcBef>
              <a:buClr>
                <a:srgbClr val="0E6EC4"/>
              </a:buClr>
              <a:buChar char="•"/>
              <a:tabLst>
                <a:tab pos="695960" algn="l"/>
                <a:tab pos="697230" algn="l"/>
              </a:tabLst>
            </a:pPr>
            <a:r>
              <a:rPr lang="nb-NO" spc="35" dirty="0">
                <a:solidFill>
                  <a:srgbClr val="050505"/>
                </a:solidFill>
                <a:cs typeface="Times New Roman"/>
              </a:rPr>
              <a:t>i </a:t>
            </a:r>
            <a:r>
              <a:rPr lang="nb-NO" spc="-295" dirty="0">
                <a:solidFill>
                  <a:srgbClr val="050505"/>
                </a:solidFill>
                <a:cs typeface="Times New Roman"/>
              </a:rPr>
              <a:t>= </a:t>
            </a:r>
            <a:r>
              <a:rPr lang="nb-NO" spc="80" dirty="0">
                <a:solidFill>
                  <a:srgbClr val="050505"/>
                </a:solidFill>
                <a:cs typeface="Times New Roman"/>
              </a:rPr>
              <a:t>type</a:t>
            </a:r>
            <a:r>
              <a:rPr lang="nb-NO" spc="-195" dirty="0">
                <a:solidFill>
                  <a:srgbClr val="050505"/>
                </a:solidFill>
                <a:cs typeface="Times New Roman"/>
              </a:rPr>
              <a:t> </a:t>
            </a:r>
            <a:r>
              <a:rPr lang="nb-NO" spc="60" dirty="0">
                <a:solidFill>
                  <a:srgbClr val="050505"/>
                </a:solidFill>
                <a:cs typeface="Times New Roman"/>
              </a:rPr>
              <a:t>integer</a:t>
            </a:r>
            <a:endParaRPr lang="nb-NO" dirty="0">
              <a:cs typeface="Times New Roman"/>
            </a:endParaRPr>
          </a:p>
          <a:p>
            <a:pPr marL="696595" lvl="1" indent="-257175">
              <a:lnSpc>
                <a:spcPct val="100000"/>
              </a:lnSpc>
              <a:spcBef>
                <a:spcPts val="409"/>
              </a:spcBef>
              <a:buClr>
                <a:srgbClr val="0E6EC4"/>
              </a:buClr>
              <a:buChar char="•"/>
              <a:tabLst>
                <a:tab pos="696595" algn="l"/>
                <a:tab pos="697230" algn="l"/>
              </a:tabLst>
            </a:pPr>
            <a:r>
              <a:rPr lang="nb-NO" spc="65" dirty="0">
                <a:solidFill>
                  <a:srgbClr val="050505"/>
                </a:solidFill>
                <a:cs typeface="Times New Roman"/>
              </a:rPr>
              <a:t>s </a:t>
            </a:r>
            <a:r>
              <a:rPr lang="nb-NO" spc="75" dirty="0">
                <a:solidFill>
                  <a:srgbClr val="050505"/>
                </a:solidFill>
                <a:cs typeface="Arial"/>
              </a:rPr>
              <a:t>= </a:t>
            </a:r>
            <a:r>
              <a:rPr lang="nb-NO" spc="80" dirty="0">
                <a:solidFill>
                  <a:srgbClr val="050505"/>
                </a:solidFill>
                <a:cs typeface="Times New Roman"/>
              </a:rPr>
              <a:t>type</a:t>
            </a:r>
            <a:r>
              <a:rPr lang="nb-NO" spc="-70" dirty="0">
                <a:solidFill>
                  <a:srgbClr val="050505"/>
                </a:solidFill>
                <a:cs typeface="Times New Roman"/>
              </a:rPr>
              <a:t> </a:t>
            </a:r>
            <a:r>
              <a:rPr lang="nb-NO" spc="95" dirty="0">
                <a:solidFill>
                  <a:srgbClr val="050505"/>
                </a:solidFill>
                <a:cs typeface="Times New Roman"/>
              </a:rPr>
              <a:t>string</a:t>
            </a:r>
            <a:endParaRPr lang="nb-NO" dirty="0">
              <a:cs typeface="Times New Roman"/>
            </a:endParaRPr>
          </a:p>
          <a:p>
            <a:pPr marL="701675" lvl="1" indent="-262255">
              <a:lnSpc>
                <a:spcPct val="100000"/>
              </a:lnSpc>
              <a:spcBef>
                <a:spcPts val="135"/>
              </a:spcBef>
              <a:buClr>
                <a:srgbClr val="0E6EC4"/>
              </a:buClr>
              <a:buChar char="•"/>
              <a:tabLst>
                <a:tab pos="701675" algn="l"/>
                <a:tab pos="702310" algn="l"/>
              </a:tabLst>
            </a:pPr>
            <a:r>
              <a:rPr lang="nb-NO" spc="110" dirty="0">
                <a:solidFill>
                  <a:srgbClr val="050505"/>
                </a:solidFill>
                <a:cs typeface="Times New Roman"/>
              </a:rPr>
              <a:t>d </a:t>
            </a:r>
            <a:r>
              <a:rPr lang="nb-NO" spc="-295" dirty="0">
                <a:solidFill>
                  <a:srgbClr val="050505"/>
                </a:solidFill>
                <a:cs typeface="Times New Roman"/>
              </a:rPr>
              <a:t>= </a:t>
            </a:r>
            <a:r>
              <a:rPr lang="nb-NO" spc="70" dirty="0">
                <a:solidFill>
                  <a:srgbClr val="050505"/>
                </a:solidFill>
                <a:cs typeface="Times New Roman"/>
              </a:rPr>
              <a:t>type</a:t>
            </a:r>
            <a:r>
              <a:rPr lang="nb-NO" spc="-285" dirty="0">
                <a:solidFill>
                  <a:srgbClr val="050505"/>
                </a:solidFill>
                <a:cs typeface="Times New Roman"/>
              </a:rPr>
              <a:t> </a:t>
            </a:r>
            <a:r>
              <a:rPr lang="nb-NO" spc="90" dirty="0">
                <a:solidFill>
                  <a:srgbClr val="050505"/>
                </a:solidFill>
                <a:cs typeface="Times New Roman"/>
              </a:rPr>
              <a:t>double</a:t>
            </a:r>
            <a:endParaRPr lang="nb-NO" dirty="0">
              <a:cs typeface="Times New Roman"/>
            </a:endParaRPr>
          </a:p>
          <a:p>
            <a:pPr marL="706120" lvl="1" indent="-266700">
              <a:lnSpc>
                <a:spcPct val="100000"/>
              </a:lnSpc>
              <a:spcBef>
                <a:spcPts val="409"/>
              </a:spcBef>
              <a:buClr>
                <a:srgbClr val="0E6EC4"/>
              </a:buClr>
              <a:buChar char="•"/>
              <a:tabLst>
                <a:tab pos="706120" algn="l"/>
                <a:tab pos="706755" algn="l"/>
              </a:tabLst>
            </a:pPr>
            <a:r>
              <a:rPr lang="nb-NO" spc="110" dirty="0">
                <a:solidFill>
                  <a:srgbClr val="050505"/>
                </a:solidFill>
                <a:cs typeface="Times New Roman"/>
              </a:rPr>
              <a:t>b </a:t>
            </a:r>
            <a:r>
              <a:rPr lang="nb-NO" spc="100" dirty="0">
                <a:solidFill>
                  <a:srgbClr val="050505"/>
                </a:solidFill>
                <a:cs typeface="Arial"/>
              </a:rPr>
              <a:t>= </a:t>
            </a:r>
            <a:r>
              <a:rPr lang="nb-NO" spc="80" dirty="0">
                <a:solidFill>
                  <a:srgbClr val="050505"/>
                </a:solidFill>
                <a:cs typeface="Times New Roman"/>
              </a:rPr>
              <a:t>type</a:t>
            </a:r>
            <a:r>
              <a:rPr lang="nb-NO" spc="-70" dirty="0">
                <a:solidFill>
                  <a:srgbClr val="050505"/>
                </a:solidFill>
                <a:cs typeface="Times New Roman"/>
              </a:rPr>
              <a:t> </a:t>
            </a:r>
            <a:r>
              <a:rPr lang="nb-NO" spc="75" dirty="0">
                <a:solidFill>
                  <a:srgbClr val="050505"/>
                </a:solidFill>
                <a:cs typeface="Times New Roman"/>
              </a:rPr>
              <a:t>blob</a:t>
            </a:r>
            <a:endParaRPr lang="en-GB" dirty="0"/>
          </a:p>
        </p:txBody>
      </p:sp>
      <p:sp>
        <p:nvSpPr>
          <p:cNvPr id="51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 err="1"/>
              <a:t>MySQLi</a:t>
            </a:r>
            <a:r>
              <a:rPr lang="en-GB" altLang="en-US" dirty="0"/>
              <a:t> – </a:t>
            </a:r>
            <a:r>
              <a:rPr lang="en-GB" altLang="en-US" dirty="0" err="1"/>
              <a:t>Bind_param</a:t>
            </a:r>
            <a:r>
              <a:rPr lang="en-GB" alt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532794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6AD77F-23B3-6D5A-786D-B8BC4C272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286" y="544480"/>
            <a:ext cx="7213243" cy="537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5827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16628D-ABC3-2FA0-B716-2692CB6F4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Executes a query that has been  previously prepared using the prepare( )  function.</a:t>
            </a:r>
          </a:p>
          <a:p>
            <a:endParaRPr lang="en-GB" dirty="0"/>
          </a:p>
          <a:p>
            <a:r>
              <a:rPr lang="en-GB" dirty="0"/>
              <a:t>When executed, any parameter markers which  exist will automatically be replaced with the  appropriate data.</a:t>
            </a:r>
          </a:p>
          <a:p>
            <a:endParaRPr lang="en-GB" dirty="0"/>
          </a:p>
          <a:p>
            <a:r>
              <a:rPr lang="en-GB" dirty="0"/>
              <a:t>Returns TRUE on success or FALSE on failure.</a:t>
            </a:r>
          </a:p>
          <a:p>
            <a:endParaRPr lang="en-GB" dirty="0"/>
          </a:p>
        </p:txBody>
      </p:sp>
      <p:sp>
        <p:nvSpPr>
          <p:cNvPr id="51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 err="1"/>
              <a:t>MySQLi</a:t>
            </a:r>
            <a:r>
              <a:rPr lang="en-GB" altLang="en-US" dirty="0"/>
              <a:t> – execute()</a:t>
            </a:r>
          </a:p>
        </p:txBody>
      </p:sp>
    </p:spTree>
    <p:extLst>
      <p:ext uri="{BB962C8B-B14F-4D97-AF65-F5344CB8AC3E}">
        <p14:creationId xmlns:p14="http://schemas.microsoft.com/office/powerpoint/2010/main" val="19211489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16628D-ABC3-2FA0-B716-2692CB6F4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function for dealing with result table, to access the returned data.</a:t>
            </a:r>
          </a:p>
          <a:p>
            <a:r>
              <a:rPr lang="en-GB" dirty="0"/>
              <a:t>Returns an array of strings that corresponds to the fetched row, or </a:t>
            </a:r>
            <a:r>
              <a:rPr lang="en-GB" b="1" dirty="0"/>
              <a:t>FALSE</a:t>
            </a:r>
            <a:r>
              <a:rPr lang="en-GB" dirty="0"/>
              <a:t> if there are no more rows.</a:t>
            </a:r>
          </a:p>
          <a:p>
            <a:r>
              <a:rPr lang="en-GB" dirty="0"/>
              <a:t>The type of returned array depends on how </a:t>
            </a:r>
            <a:r>
              <a:rPr lang="en-GB" dirty="0" err="1"/>
              <a:t>result_type</a:t>
            </a:r>
            <a:r>
              <a:rPr lang="en-GB" dirty="0"/>
              <a:t> is defined.</a:t>
            </a:r>
          </a:p>
          <a:p>
            <a:r>
              <a:rPr lang="en-GB" dirty="0"/>
              <a:t>By using MYSQL_BOTH  (default), you'll get an array with both associative and  number indices.</a:t>
            </a:r>
          </a:p>
          <a:p>
            <a:r>
              <a:rPr lang="en-GB" dirty="0"/>
              <a:t>Using MYSQL_ASSOC , you only get associative indices</a:t>
            </a:r>
          </a:p>
          <a:p>
            <a:r>
              <a:rPr lang="en-GB" dirty="0"/>
              <a:t>Using MYSQL_NUM, you only get number indices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1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 err="1"/>
              <a:t>MySQLi</a:t>
            </a:r>
            <a:r>
              <a:rPr lang="en-GB" altLang="en-US" dirty="0"/>
              <a:t> – </a:t>
            </a:r>
            <a:r>
              <a:rPr lang="en-GB" altLang="en-US" dirty="0" err="1"/>
              <a:t>mysqli_fetch_array</a:t>
            </a:r>
            <a:r>
              <a:rPr lang="en-GB" alt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0932369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BEA019-D458-A390-3D0A-0DB709841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141" y="395962"/>
            <a:ext cx="6209717" cy="606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7408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16628D-ABC3-2FA0-B716-2692CB6F4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Returns the number of rows returned from a select statement.</a:t>
            </a:r>
          </a:p>
          <a:p>
            <a:r>
              <a:rPr lang="en-GB" dirty="0"/>
              <a:t>This command is only valid for statements like SELECT or SHOW  that return an actual result set.</a:t>
            </a:r>
          </a:p>
          <a:p>
            <a:r>
              <a:rPr lang="en-GB" dirty="0"/>
              <a:t>Retrieves the number of rows from a result set or FALSE on failure.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51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 err="1"/>
              <a:t>MySQLi</a:t>
            </a:r>
            <a:r>
              <a:rPr lang="en-GB" altLang="en-US" dirty="0"/>
              <a:t> – </a:t>
            </a:r>
            <a:r>
              <a:rPr lang="en-GB" altLang="en-US" dirty="0" err="1"/>
              <a:t>mysqli_num_rows</a:t>
            </a:r>
            <a:r>
              <a:rPr lang="en-GB" altLang="en-US" dirty="0"/>
              <a:t>()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CCDAEE2C-9A0F-3EF2-39DB-CA898046D400}"/>
              </a:ext>
            </a:extLst>
          </p:cNvPr>
          <p:cNvSpPr txBox="1"/>
          <p:nvPr/>
        </p:nvSpPr>
        <p:spPr>
          <a:xfrm>
            <a:off x="2555643" y="4314634"/>
            <a:ext cx="7628890" cy="1309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140" dirty="0">
                <a:solidFill>
                  <a:srgbClr val="080808"/>
                </a:solidFill>
                <a:latin typeface="Courier New"/>
                <a:cs typeface="Courier New"/>
              </a:rPr>
              <a:t>$query= </a:t>
            </a:r>
            <a:r>
              <a:rPr sz="1350" b="1" spc="125" dirty="0">
                <a:solidFill>
                  <a:srgbClr val="242424"/>
                </a:solidFill>
                <a:latin typeface="Courier New"/>
                <a:cs typeface="Courier New"/>
              </a:rPr>
              <a:t>"</a:t>
            </a:r>
            <a:r>
              <a:rPr sz="1350" b="1" spc="125" dirty="0">
                <a:solidFill>
                  <a:srgbClr val="080808"/>
                </a:solidFill>
                <a:latin typeface="Courier New"/>
                <a:cs typeface="Courier New"/>
              </a:rPr>
              <a:t>select</a:t>
            </a:r>
            <a:r>
              <a:rPr sz="1350" b="1" spc="-6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350" b="1" spc="25" dirty="0">
                <a:solidFill>
                  <a:srgbClr val="080808"/>
                </a:solidFill>
                <a:latin typeface="Courier New"/>
                <a:cs typeface="Courier New"/>
              </a:rPr>
              <a:t>£name</a:t>
            </a:r>
            <a:r>
              <a:rPr sz="1350" b="1" spc="25" dirty="0">
                <a:solidFill>
                  <a:srgbClr val="242424"/>
                </a:solidFill>
                <a:latin typeface="Courier New"/>
                <a:cs typeface="Courier New"/>
              </a:rPr>
              <a:t>, </a:t>
            </a:r>
            <a:r>
              <a:rPr sz="1350" b="1" spc="30" dirty="0">
                <a:solidFill>
                  <a:srgbClr val="080808"/>
                </a:solidFill>
                <a:latin typeface="Courier New"/>
                <a:cs typeface="Courier New"/>
              </a:rPr>
              <a:t>lname</a:t>
            </a:r>
            <a:r>
              <a:rPr sz="1350" b="1" spc="30" dirty="0">
                <a:solidFill>
                  <a:srgbClr val="242424"/>
                </a:solidFill>
                <a:latin typeface="Courier New"/>
                <a:cs typeface="Courier New"/>
              </a:rPr>
              <a:t>, </a:t>
            </a:r>
            <a:r>
              <a:rPr sz="1350" b="1" spc="30" dirty="0">
                <a:solidFill>
                  <a:srgbClr val="080808"/>
                </a:solidFill>
                <a:latin typeface="Courier New"/>
                <a:cs typeface="Courier New"/>
              </a:rPr>
              <a:t>email </a:t>
            </a:r>
            <a:r>
              <a:rPr sz="1350" b="1" spc="20" dirty="0">
                <a:solidFill>
                  <a:srgbClr val="080808"/>
                </a:solidFill>
                <a:latin typeface="Courier New"/>
                <a:cs typeface="Courier New"/>
              </a:rPr>
              <a:t>from </a:t>
            </a:r>
            <a:r>
              <a:rPr sz="1350" b="1" spc="30" dirty="0">
                <a:solidFill>
                  <a:srgbClr val="080808"/>
                </a:solidFill>
                <a:latin typeface="Courier New"/>
                <a:cs typeface="Courier New"/>
              </a:rPr>
              <a:t>ea_Client</a:t>
            </a:r>
            <a:r>
              <a:rPr sz="1350" b="1" spc="30" dirty="0">
                <a:solidFill>
                  <a:srgbClr val="242424"/>
                </a:solidFill>
                <a:latin typeface="Courier New"/>
                <a:cs typeface="Courier New"/>
              </a:rPr>
              <a:t>";</a:t>
            </a:r>
            <a:endParaRPr sz="13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350" b="1" spc="20" dirty="0">
                <a:solidFill>
                  <a:srgbClr val="080808"/>
                </a:solidFill>
                <a:latin typeface="Courier New"/>
                <a:cs typeface="Courier New"/>
              </a:rPr>
              <a:t>$resultid </a:t>
            </a:r>
            <a:r>
              <a:rPr sz="1350" spc="25" dirty="0">
                <a:solidFill>
                  <a:srgbClr val="080808"/>
                </a:solidFill>
                <a:latin typeface="Arial"/>
                <a:cs typeface="Arial"/>
              </a:rPr>
              <a:t>= </a:t>
            </a:r>
            <a:r>
              <a:rPr sz="1350" b="1" spc="25" dirty="0">
                <a:solidFill>
                  <a:srgbClr val="080808"/>
                </a:solidFill>
                <a:latin typeface="Courier New"/>
                <a:cs typeface="Courier New"/>
              </a:rPr>
              <a:t>mysqli_query($linkid</a:t>
            </a:r>
            <a:r>
              <a:rPr sz="1350" b="1" spc="25" dirty="0">
                <a:solidFill>
                  <a:srgbClr val="242424"/>
                </a:solidFill>
                <a:latin typeface="Courier New"/>
                <a:cs typeface="Courier New"/>
              </a:rPr>
              <a:t>, </a:t>
            </a:r>
            <a:r>
              <a:rPr sz="1350" b="1" spc="20" dirty="0">
                <a:solidFill>
                  <a:srgbClr val="080808"/>
                </a:solidFill>
                <a:latin typeface="Courier New"/>
                <a:cs typeface="Courier New"/>
              </a:rPr>
              <a:t>$query) </a:t>
            </a:r>
            <a:r>
              <a:rPr sz="1350" b="1" spc="45" dirty="0">
                <a:solidFill>
                  <a:srgbClr val="080808"/>
                </a:solidFill>
                <a:latin typeface="Courier New"/>
                <a:cs typeface="Courier New"/>
              </a:rPr>
              <a:t>or</a:t>
            </a:r>
            <a:r>
              <a:rPr sz="1350" b="1" spc="29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350" b="1" spc="25" dirty="0">
                <a:solidFill>
                  <a:srgbClr val="080808"/>
                </a:solidFill>
                <a:latin typeface="Courier New"/>
                <a:cs typeface="Courier New"/>
              </a:rPr>
              <a:t>die(mysql_error($linkid))</a:t>
            </a:r>
            <a:r>
              <a:rPr sz="1350" b="1" spc="25" dirty="0">
                <a:solidFill>
                  <a:srgbClr val="242424"/>
                </a:solidFill>
                <a:latin typeface="Courier New"/>
                <a:cs typeface="Courier New"/>
              </a:rPr>
              <a:t>;</a:t>
            </a:r>
            <a:endParaRPr sz="135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 dirty="0">
              <a:latin typeface="Courier New"/>
              <a:cs typeface="Courier New"/>
            </a:endParaRPr>
          </a:p>
          <a:p>
            <a:pPr marL="14604" marR="2352040">
              <a:lnSpc>
                <a:spcPct val="102200"/>
              </a:lnSpc>
            </a:pPr>
            <a:r>
              <a:rPr sz="1350" b="1" spc="20" dirty="0">
                <a:solidFill>
                  <a:srgbClr val="080808"/>
                </a:solidFill>
                <a:latin typeface="Courier New"/>
                <a:cs typeface="Courier New"/>
              </a:rPr>
              <a:t>echo </a:t>
            </a:r>
            <a:r>
              <a:rPr sz="1350" b="1" spc="25" dirty="0">
                <a:solidFill>
                  <a:srgbClr val="242424"/>
                </a:solidFill>
                <a:latin typeface="Courier New"/>
                <a:cs typeface="Courier New"/>
              </a:rPr>
              <a:t>"</a:t>
            </a:r>
            <a:r>
              <a:rPr sz="1350" b="1" spc="25" dirty="0">
                <a:solidFill>
                  <a:srgbClr val="080808"/>
                </a:solidFill>
                <a:latin typeface="Courier New"/>
                <a:cs typeface="Courier New"/>
              </a:rPr>
              <a:t>Congratulations</a:t>
            </a:r>
            <a:r>
              <a:rPr sz="1350" b="1" spc="25" dirty="0">
                <a:solidFill>
                  <a:srgbClr val="242424"/>
                </a:solidFill>
                <a:latin typeface="Courier New"/>
                <a:cs typeface="Courier New"/>
              </a:rPr>
              <a:t>, </a:t>
            </a:r>
            <a:r>
              <a:rPr sz="1350" b="1" spc="20" dirty="0">
                <a:solidFill>
                  <a:srgbClr val="080808"/>
                </a:solidFill>
                <a:latin typeface="Courier New"/>
                <a:cs typeface="Courier New"/>
              </a:rPr>
              <a:t>your </a:t>
            </a:r>
            <a:r>
              <a:rPr sz="1350" b="1" spc="10" dirty="0">
                <a:solidFill>
                  <a:srgbClr val="080808"/>
                </a:solidFill>
                <a:latin typeface="Courier New"/>
                <a:cs typeface="Courier New"/>
              </a:rPr>
              <a:t>query </a:t>
            </a:r>
            <a:r>
              <a:rPr sz="1350" b="1" spc="30" dirty="0">
                <a:solidFill>
                  <a:srgbClr val="080808"/>
                </a:solidFill>
                <a:latin typeface="Courier New"/>
                <a:cs typeface="Courier New"/>
              </a:rPr>
              <a:t>has returned </a:t>
            </a:r>
            <a:r>
              <a:rPr sz="1350" b="1" spc="50" dirty="0">
                <a:solidFill>
                  <a:srgbClr val="242424"/>
                </a:solidFill>
                <a:latin typeface="Courier New"/>
                <a:cs typeface="Courier New"/>
              </a:rPr>
              <a:t>";  </a:t>
            </a:r>
            <a:r>
              <a:rPr sz="1350" b="1" spc="2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1350" b="1" spc="25" dirty="0">
                <a:solidFill>
                  <a:srgbClr val="080808"/>
                </a:solidFill>
                <a:latin typeface="Courier New"/>
                <a:cs typeface="Courier New"/>
              </a:rPr>
              <a:t> mysqli_num_rows($resultid)</a:t>
            </a:r>
            <a:r>
              <a:rPr sz="1350" b="1" spc="25" dirty="0">
                <a:solidFill>
                  <a:srgbClr val="242424"/>
                </a:solidFill>
                <a:latin typeface="Courier New"/>
                <a:cs typeface="Courier New"/>
              </a:rPr>
              <a:t>;</a:t>
            </a:r>
            <a:endParaRPr sz="1350" dirty="0">
              <a:latin typeface="Courier New"/>
              <a:cs typeface="Courier New"/>
            </a:endParaRPr>
          </a:p>
          <a:p>
            <a:pPr marL="14604">
              <a:lnSpc>
                <a:spcPct val="100000"/>
              </a:lnSpc>
              <a:spcBef>
                <a:spcPts val="140"/>
              </a:spcBef>
            </a:pPr>
            <a:r>
              <a:rPr sz="1350" b="1" spc="70" dirty="0">
                <a:solidFill>
                  <a:srgbClr val="080808"/>
                </a:solidFill>
                <a:latin typeface="Courier New"/>
                <a:cs typeface="Courier New"/>
              </a:rPr>
              <a:t>echo </a:t>
            </a:r>
            <a:r>
              <a:rPr sz="1350" b="1" spc="55" dirty="0">
                <a:solidFill>
                  <a:srgbClr val="242424"/>
                </a:solidFill>
                <a:latin typeface="Courier New"/>
                <a:cs typeface="Courier New"/>
              </a:rPr>
              <a:t>" </a:t>
            </a:r>
            <a:r>
              <a:rPr sz="1350" b="1" spc="30" dirty="0">
                <a:solidFill>
                  <a:srgbClr val="080808"/>
                </a:solidFill>
                <a:latin typeface="Courier New"/>
                <a:cs typeface="Courier New"/>
              </a:rPr>
              <a:t>rows </a:t>
            </a:r>
            <a:r>
              <a:rPr sz="1350" b="1" spc="45" dirty="0">
                <a:solidFill>
                  <a:srgbClr val="080808"/>
                </a:solidFill>
                <a:latin typeface="Courier New"/>
                <a:cs typeface="Courier New"/>
              </a:rPr>
              <a:t>of</a:t>
            </a:r>
            <a:r>
              <a:rPr sz="1350" b="1" spc="-2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350" b="1" spc="30" dirty="0">
                <a:solidFill>
                  <a:srgbClr val="080808"/>
                </a:solidFill>
                <a:latin typeface="Courier New"/>
                <a:cs typeface="Courier New"/>
              </a:rPr>
              <a:t>data</a:t>
            </a:r>
            <a:r>
              <a:rPr sz="1350" b="1" spc="30" dirty="0">
                <a:solidFill>
                  <a:srgbClr val="242424"/>
                </a:solidFill>
                <a:latin typeface="Courier New"/>
                <a:cs typeface="Courier New"/>
              </a:rPr>
              <a:t>";</a:t>
            </a:r>
            <a:endParaRPr sz="135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673384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16628D-ABC3-2FA0-B716-2692CB6F4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Retrieve one row of data from the result associated with the specific results identifier.</a:t>
            </a:r>
          </a:p>
          <a:p>
            <a:r>
              <a:rPr lang="en-GB" dirty="0"/>
              <a:t>The row is returned as an array.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1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 err="1"/>
              <a:t>MySQLi</a:t>
            </a:r>
            <a:r>
              <a:rPr lang="en-GB" altLang="en-US" dirty="0"/>
              <a:t> – </a:t>
            </a:r>
            <a:r>
              <a:rPr lang="en-GB" altLang="en-US" dirty="0" err="1"/>
              <a:t>mysqli_fetch_row</a:t>
            </a:r>
            <a:r>
              <a:rPr lang="en-GB" altLang="en-US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43F37B-6931-5380-C2A8-D4A1C505A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379" y="2816676"/>
            <a:ext cx="725805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8766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B038D9-1A29-7CD2-D4BD-92525F5C42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Demo time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82D4259-13DA-BF02-6BE4-FCD2543802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Select data and delete data from Table</a:t>
            </a:r>
          </a:p>
        </p:txBody>
      </p:sp>
    </p:spTree>
    <p:extLst>
      <p:ext uri="{BB962C8B-B14F-4D97-AF65-F5344CB8AC3E}">
        <p14:creationId xmlns:p14="http://schemas.microsoft.com/office/powerpoint/2010/main" val="4285635476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Minimalist Business Slides _ by Slidesgo</Template>
  <TotalTime>598</TotalTime>
  <Words>2308</Words>
  <Application>Microsoft Office PowerPoint</Application>
  <PresentationFormat>Widescreen</PresentationFormat>
  <Paragraphs>377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63" baseType="lpstr">
      <vt:lpstr>Arial</vt:lpstr>
      <vt:lpstr>Calibri</vt:lpstr>
      <vt:lpstr>Comic Sans MS</vt:lpstr>
      <vt:lpstr>Consolas</vt:lpstr>
      <vt:lpstr>Courier New</vt:lpstr>
      <vt:lpstr>Crimson Text</vt:lpstr>
      <vt:lpstr>Josefin Sans</vt:lpstr>
      <vt:lpstr>Lucida Sans Unicode</vt:lpstr>
      <vt:lpstr>Merriweather Light</vt:lpstr>
      <vt:lpstr>Montserrat</vt:lpstr>
      <vt:lpstr>Open Sans</vt:lpstr>
      <vt:lpstr>Open Sans SemiBold</vt:lpstr>
      <vt:lpstr>Proxima Nova</vt:lpstr>
      <vt:lpstr>Proxima Nova Semibold</vt:lpstr>
      <vt:lpstr>Russo One</vt:lpstr>
      <vt:lpstr>Times New Roman</vt:lpstr>
      <vt:lpstr>Vidaloka</vt:lpstr>
      <vt:lpstr>Wingdings 3</vt:lpstr>
      <vt:lpstr>Minimalist Business Slides by Slidesgo</vt:lpstr>
      <vt:lpstr>Slidesgo Final Pages</vt:lpstr>
      <vt:lpstr>Database Systems Dr Muhammad Ayub Ansari   Lecture 7: PHP Part 2 – Functions, Classes , DB Connections </vt:lpstr>
      <vt:lpstr>Strings (Concatenation)</vt:lpstr>
      <vt:lpstr>Strings (strlen())</vt:lpstr>
      <vt:lpstr>Strings</vt:lpstr>
      <vt:lpstr>Arithmetic Functions</vt:lpstr>
      <vt:lpstr>round()</vt:lpstr>
      <vt:lpstr>User Defined Functions</vt:lpstr>
      <vt:lpstr>Functions</vt:lpstr>
      <vt:lpstr>Functions</vt:lpstr>
      <vt:lpstr>Functions</vt:lpstr>
      <vt:lpstr>Functions </vt:lpstr>
      <vt:lpstr>A function to tabulate a list of comma-separated values</vt:lpstr>
      <vt:lpstr>Functions</vt:lpstr>
      <vt:lpstr>Functions</vt:lpstr>
      <vt:lpstr>Functions</vt:lpstr>
      <vt:lpstr>Functions</vt:lpstr>
      <vt:lpstr>Functions</vt:lpstr>
      <vt:lpstr>Functions</vt:lpstr>
      <vt:lpstr>Pass by Value</vt:lpstr>
      <vt:lpstr>Pass by Reference</vt:lpstr>
      <vt:lpstr>Objects</vt:lpstr>
      <vt:lpstr>Object Orientated PHP</vt:lpstr>
      <vt:lpstr>Object Orientated PHP</vt:lpstr>
      <vt:lpstr>Object Orientated PHP</vt:lpstr>
      <vt:lpstr>Object Orientated PHP</vt:lpstr>
      <vt:lpstr>Object Orientated PHP</vt:lpstr>
      <vt:lpstr>Object Orientated PHP</vt:lpstr>
      <vt:lpstr>Object Orientated PHP</vt:lpstr>
      <vt:lpstr>MySQL Connections</vt:lpstr>
      <vt:lpstr>Types of Connections</vt:lpstr>
      <vt:lpstr>MySQL</vt:lpstr>
      <vt:lpstr>MySQLi</vt:lpstr>
      <vt:lpstr>PDO – PHP Data Objects</vt:lpstr>
      <vt:lpstr>MySQLi - Functions</vt:lpstr>
      <vt:lpstr>MySQLi - Prepare</vt:lpstr>
      <vt:lpstr>MySQLi – Bind_param()</vt:lpstr>
      <vt:lpstr>PowerPoint Presentation</vt:lpstr>
      <vt:lpstr>MySQLi – execute()</vt:lpstr>
      <vt:lpstr>MySQLi – mysqli_fetch_array()</vt:lpstr>
      <vt:lpstr>PowerPoint Presentation</vt:lpstr>
      <vt:lpstr>MySQLi – mysqli_num_rows()</vt:lpstr>
      <vt:lpstr>MySQLi – mysqli_fetch_row()</vt:lpstr>
      <vt:lpstr>Demo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Databases and Web Integration</dc:title>
  <dc:creator>Muhammad ayub Ansari (Researcher)</dc:creator>
  <cp:lastModifiedBy>Ansari, Muhammad Ayub</cp:lastModifiedBy>
  <cp:revision>19</cp:revision>
  <dcterms:created xsi:type="dcterms:W3CDTF">2022-09-22T10:03:53Z</dcterms:created>
  <dcterms:modified xsi:type="dcterms:W3CDTF">2025-03-10T12:02:14Z</dcterms:modified>
</cp:coreProperties>
</file>